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ecc5a574484b90" /><Relationship Type="http://schemas.openxmlformats.org/officeDocument/2006/relationships/extended-properties" Target="/docProps/app.xml" Id="R470be1a041b046c2" /><Relationship Type="http://schemas.openxmlformats.org/officeDocument/2006/relationships/officeDocument" Target="/ppt/presentation.xml" Id="R6a33f257c3b9411d" /></Relationships>
</file>

<file path=ppt/presentation.xml><?xml version="1.0" encoding="utf-8"?>
<p:presentation xmlns:p="http://schemas.openxmlformats.org/presentationml/2006/main">
  <p:sldMasterIdLst>
    <p:sldMasterId xmlns:r="http://schemas.openxmlformats.org/officeDocument/2006/relationships" id="2147483648" r:id="R57ad4090c07741cc"/>
  </p:sldMasterIdLst>
  <p:notesMasterIdLst>
    <p:notesMasterId xmlns:r="http://schemas.openxmlformats.org/officeDocument/2006/relationships" r:id="R134eb049ff61402a"/>
  </p:notesMasterIdLst>
  <p:sldIdLst>
    <p:sldId xmlns:r="http://schemas.openxmlformats.org/officeDocument/2006/relationships" id="256" r:id="R95923b22c2a64d6c"/>
    <p:sldId xmlns:r="http://schemas.openxmlformats.org/officeDocument/2006/relationships" id="257" r:id="R8d9f86970ad248b9"/>
    <p:sldId xmlns:r="http://schemas.openxmlformats.org/officeDocument/2006/relationships" id="258" r:id="Rf88c9e1d1b5a421f"/>
    <p:sldId xmlns:r="http://schemas.openxmlformats.org/officeDocument/2006/relationships" id="259" r:id="R7b8a76c0343c4d72"/>
    <p:sldId xmlns:r="http://schemas.openxmlformats.org/officeDocument/2006/relationships" id="260" r:id="Ra63d934c5c884096"/>
    <p:sldId xmlns:r="http://schemas.openxmlformats.org/officeDocument/2006/relationships" id="261" r:id="R1d129a50d1a94222"/>
    <p:sldId xmlns:r="http://schemas.openxmlformats.org/officeDocument/2006/relationships" id="262" r:id="Rfc9ad3bab64e431b"/>
    <p:sldId xmlns:r="http://schemas.openxmlformats.org/officeDocument/2006/relationships" id="263" r:id="R93eaa239aa374d2e"/>
    <p:sldId xmlns:r="http://schemas.openxmlformats.org/officeDocument/2006/relationships" id="264" r:id="R9030b9d7b2494c4d"/>
    <p:sldId xmlns:r="http://schemas.openxmlformats.org/officeDocument/2006/relationships" id="265" r:id="R8965d656ea3d46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29052d14ed4320" /><Relationship Type="http://schemas.openxmlformats.org/officeDocument/2006/relationships/slideMaster" Target="/ppt/slideMasters/slideMaster1.xml" Id="R57ad4090c07741cc" /><Relationship Type="http://schemas.openxmlformats.org/officeDocument/2006/relationships/notesMaster" Target="/ppt/notesMasters/notesMaster1.xml" Id="R134eb049ff61402a" /><Relationship Type="http://schemas.openxmlformats.org/officeDocument/2006/relationships/presProps" Target="/ppt/presProps.xml" Id="R2c727bdbe30145e2" /><Relationship Type="http://schemas.openxmlformats.org/officeDocument/2006/relationships/tableStyles" Target="/ppt/tableStyles.xml" Id="R3056c9e5a26b4530" /><Relationship Type="http://schemas.openxmlformats.org/officeDocument/2006/relationships/slide" Target="/ppt/slides/slide1.xml" Id="R95923b22c2a64d6c" /><Relationship Type="http://schemas.openxmlformats.org/officeDocument/2006/relationships/slide" Target="/ppt/slides/slide2.xml" Id="R8d9f86970ad248b9" /><Relationship Type="http://schemas.openxmlformats.org/officeDocument/2006/relationships/slide" Target="/ppt/slides/slide3.xml" Id="Rf88c9e1d1b5a421f" /><Relationship Type="http://schemas.openxmlformats.org/officeDocument/2006/relationships/slide" Target="/ppt/slides/slide4.xml" Id="R7b8a76c0343c4d72" /><Relationship Type="http://schemas.openxmlformats.org/officeDocument/2006/relationships/slide" Target="/ppt/slides/slide5.xml" Id="Ra63d934c5c884096" /><Relationship Type="http://schemas.openxmlformats.org/officeDocument/2006/relationships/slide" Target="/ppt/slides/slide6.xml" Id="R1d129a50d1a94222" /><Relationship Type="http://schemas.openxmlformats.org/officeDocument/2006/relationships/slide" Target="/ppt/slides/slide7.xml" Id="Rfc9ad3bab64e431b" /><Relationship Type="http://schemas.openxmlformats.org/officeDocument/2006/relationships/slide" Target="/ppt/slides/slide8.xml" Id="R93eaa239aa374d2e" /><Relationship Type="http://schemas.openxmlformats.org/officeDocument/2006/relationships/slide" Target="/ppt/slides/slide9.xml" Id="R9030b9d7b2494c4d" /><Relationship Type="http://schemas.openxmlformats.org/officeDocument/2006/relationships/slide" Target="/ppt/slides/slide10.xml" Id="R8965d656ea3d46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3455ae4df24c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62bfbc533a45cb" /><Relationship Type="http://schemas.openxmlformats.org/officeDocument/2006/relationships/notesMaster" Target="/ppt/notesMasters/notesMaster1.xml" Id="Rdc61811a158147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732067a3924e6a" /><Relationship Type="http://schemas.openxmlformats.org/officeDocument/2006/relationships/notesMaster" Target="/ppt/notesMasters/notesMaster1.xml" Id="R6f276f57070f48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e099b937734609" /><Relationship Type="http://schemas.openxmlformats.org/officeDocument/2006/relationships/notesMaster" Target="/ppt/notesMasters/notesMaster1.xml" Id="R71cf0fa64d2345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331b33502b4dc6" /><Relationship Type="http://schemas.openxmlformats.org/officeDocument/2006/relationships/notesMaster" Target="/ppt/notesMasters/notesMaster1.xml" Id="Rc13117136c6246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5a15f6adc942e5" /><Relationship Type="http://schemas.openxmlformats.org/officeDocument/2006/relationships/notesMaster" Target="/ppt/notesMasters/notesMaster1.xml" Id="Rba6949694efc4d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70875a8db84924" /><Relationship Type="http://schemas.openxmlformats.org/officeDocument/2006/relationships/notesMaster" Target="/ppt/notesMasters/notesMaster1.xml" Id="Rd03e56ef80214f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df06a5efea49ac" /><Relationship Type="http://schemas.openxmlformats.org/officeDocument/2006/relationships/notesMaster" Target="/ppt/notesMasters/notesMaster1.xml" Id="Rcdba3cbb39f544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9ce597a02c4f2e" /><Relationship Type="http://schemas.openxmlformats.org/officeDocument/2006/relationships/notesMaster" Target="/ppt/notesMasters/notesMaster1.xml" Id="R700d5011b42c48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0429a38b4e4660" /><Relationship Type="http://schemas.openxmlformats.org/officeDocument/2006/relationships/notesMaster" Target="/ppt/notesMasters/notesMaster1.xml" Id="R1f35a8095db344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d355c484f247a4" /><Relationship Type="http://schemas.openxmlformats.org/officeDocument/2006/relationships/notesMaster" Target="/ppt/notesMasters/notesMaster1.xml" Id="Rd1c989cebfb745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Galilea.</a:t>
            </a:r>
          </a:p>
          <a:p xmlns:a="http://schemas.openxmlformats.org/drawingml/2006/main">
            <a:r>
              <a:t/>
            </a:r>
          </a:p>
          <a:p xmlns:a="http://schemas.openxmlformats.org/drawingml/2006/main">
            <a:r>
              <a:t>Buenos días. Presentamos Cartal, un juego de memoria en realidad aumentada con temática de fantasía oscura. El celular reconoce una imagen de referencia y muestra sobre ella un tablero de ocho cartas. Nuestro objetivo es encontrar cuatro parejas para abrir la cripta.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Alejandro.</a:t>
            </a:r>
          </a:p>
          <a:p xmlns:a="http://schemas.openxmlformats.org/drawingml/2006/main">
            <a:r>
              <a:t/>
            </a:r>
          </a:p>
          <a:p xmlns:a="http://schemas.openxmlformats.org/drawingml/2006/main">
            <a:r>
              <a:t>Las cartas tienen un identificador de pareja. Al seleccionar dos, comparamos esos números. Si coinciden, las cartas permanecen visibles. Si fallamos, se ocultan después de un segundo. La poción azul usa la misma forma de la poción roja y cambia el color del líquido.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Galilea.</a:t>
            </a:r>
          </a:p>
          <a:p xmlns:a="http://schemas.openxmlformats.org/drawingml/2006/main">
            <a:r>
              <a:t/>
            </a:r>
          </a:p>
          <a:p xmlns:a="http://schemas.openxmlformats.org/drawingml/2006/main">
            <a:r>
              <a:t>Unity organiza la escena, las imágenes, los botones y los sonidos. C# contiene las reglas. AR Foundation y ARCore reconocen la referencia y siguen la cámara. Los archivos ASE son editables en LibreSprite. El arte inicial se construyó por código píxel a píxel y el grupo puede editarlo; no afirmamos que fue dibujado a mano en LibreSprite.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Alex.</a:t>
            </a:r>
          </a:p>
          <a:p xmlns:a="http://schemas.openxmlformats.org/drawingml/2006/main">
            <a:r>
              <a:t/>
            </a:r>
          </a:p>
          <a:p xmlns:a="http://schemas.openxmlformats.org/drawingml/2006/main">
            <a:r>
              <a:t>Abrimos Cartal en el celular y pulsamos Jugar. La primera vez aceptamos el permiso de cámara. Apuntamos a la imagen completa, sin recortarla. Tocamos dos cartas y recordamos sus posiciones. Cuando encontramos las cuatro parejas, se abre la puerta. Para el stand imprimiremos la misma referencia en papel mate y comprobaremos la iluminación.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Cristopher.</a:t>
            </a:r>
          </a:p>
          <a:p xmlns:a="http://schemas.openxmlformats.org/drawingml/2006/main">
            <a:r>
              <a:t/>
            </a:r>
          </a:p>
          <a:p xmlns:a="http://schemas.openxmlformats.org/drawingml/2006/main">
            <a:r>
              <a:t>El cronómetro empieza cuando aparece el tablero. Si perdemos la referencia o la aplicación pasa al fondo, se pausa. Al encontrar la cuarta pareja, se compara el tiempo con el récord. Si es mejor, PlayerPrefs guarda el nuevo valor. Reiniciar la partida no borra el récord y cerrar la aplicación tampoco. El récord es local, no un ranking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Cristopher.</a:t>
            </a:r>
          </a:p>
          <a:p xmlns:a="http://schemas.openxmlformats.org/drawingml/2006/main">
            <a:r>
              <a:t/>
            </a:r>
          </a:p>
          <a:p xmlns:a="http://schemas.openxmlformats.org/drawingml/2006/main">
            <a:r>
              <a:t>Carta guarda el identificador, el dibujo y el estado. JuegoMemoria mezcla las ocho cartas, guarda las dos selecciones, compara sus identificadores, controla los paneles y guarda el tiempo. MostrarTableroAR coloca el tablero en la imagen detectada y convierte cada toque en un rayo para seleccionar una carta. Los scripts incluyen comentarios en español en sus variables e instrucciones. Las herramientas del editor preparan y prueban la escena, pero no se ejecutan en el celular.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Alex.</a:t>
            </a:r>
          </a:p>
          <a:p xmlns:a="http://schemas.openxmlformats.org/drawingml/2006/main">
            <a:r>
              <a:t/>
            </a:r>
          </a:p>
          <a:p xmlns:a="http://schemas.openxmlformats.org/drawingml/2006/main">
            <a:r>
              <a:t>Colocamos la imagen impresa de 20 por 20 centímetros en una superficie plana y con buena luz. Cada visitante pulsa Jugar y busca cuatro parejas. Mostramos un fallo, un acierto y la puerta al completar el tablero. Anotamos los nombres y tiempos en una tabla del stand. Cartal guarda el mejor tiempo en el celular. El USB sirve para instalar y cargar. La versión actual es una aplicación Android y el QR por sí solo no abre el juego en el navegador.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Los cuatro integrantes.</a:t>
            </a:r>
          </a:p>
          <a:p xmlns:a="http://schemas.openxmlformats.org/drawingml/2006/main">
            <a:r>
              <a:t/>
            </a:r>
          </a:p>
          <a:p xmlns:a="http://schemas.openxmlformats.org/drawingml/2006/main">
            <a:r>
              <a:t>Cristopher: programación y coordinación. Alejandro: arte e interfaz. Galilea: documentación y presentación. Alex: pruebas en Android y AR. Somos estudiantes de Ingeniería de Sistemas de la Universidad Privada Franz Tamayo, UNIFRANZ, Sede La Paz, Bolivia. Fuente institucional: https://unifranz.edu.bo/sedes/la-paz/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Alex.</a:t>
            </a:r>
          </a:p>
          <a:p xmlns:a="http://schemas.openxmlformats.org/drawingml/2006/main">
            <a:r>
              <a:t/>
            </a:r>
          </a:p>
          <a:p xmlns:a="http://schemas.openxmlformats.org/drawingml/2006/main">
            <a:r>
              <a:t>El registro de Android confirmó el reconocimiento del PNG mostrado en la laptop, pérdida y recuperación del seguimiento y cuatro parejas. La victoria registró 22.03654 segundos, mostrados como 22.03. Cerramos y reabrimos la app y el récord permaneció. Después actualizamos a 0.2.1 y también se conservó. La vista PC es una herramienta para comprobar las reglas. La captura de esta diapositiva corresponde al celular y muestra Acerca de actualizado. Evidencia: logs/android-0.2.0-victoria.log y Entrega/Cartal-Celular-AcercaDe-0.2.1.png.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Cristopher.</a:t>
            </a:r>
          </a:p>
          <a:p xmlns:a="http://schemas.openxmlformats.org/drawingml/2006/main">
            <a:r>
              <a:t/>
            </a:r>
          </a:p>
          <a:p xmlns:a="http://schemas.openxmlformats.org/drawingml/2006/main">
            <a:r>
              <a:t>Para explicar el flujo decimos: MostrarTableroAR reconoce la imagen y recibe el toque. Un rayo encuentra una Carta y la envía a JuegoMemoria. El controlador guarda dos selecciones y compara sus identificadores. Una corrutina espera si fallamos. La cuarta pareja detiene el reloj, guarda el récord si mejora y abre la puerta. Los archivos del editor preparan y prueban la escena y no son scripts adicionales de ejecución en el celular.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149275268e44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cd0f201ee04b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3cc76a97b442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f2898fc18441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61bee8439c4b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88e09abe1645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8953B3-7CBD-4EB0-BBC9-1C386B4538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5EE8BD-5D0D-42D2-987C-086E15D1BB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CF07B9-6146-402A-85F3-50F4F3E44F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10D978-B800-420B-9C6B-9F337A2670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2C2ADD-CADF-4681-820A-6000591D50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136310-59CE-4719-8FFB-DC32A85840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DDFE10-CB7F-4CA2-ABED-4955351A62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366430-B5E5-432D-8F4E-D1724ECD3D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F431AC-B7A3-4BC2-93F1-84176B82E6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5DBC26-EC57-4EB9-BE7C-9EA36F1D40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19d78c0e7f448c" /><Relationship Type="http://schemas.openxmlformats.org/officeDocument/2006/relationships/slideLayout" Target="/ppt/slideLayouts/slideLayout1.xml" Id="Ra786ae81e39c4b35" /><Relationship Type="http://schemas.openxmlformats.org/officeDocument/2006/relationships/slideLayout" Target="/ppt/slideLayouts/slideLayout2.xml" Id="R990ec7b5eabf4214" /><Relationship Type="http://schemas.openxmlformats.org/officeDocument/2006/relationships/slideLayout" Target="/ppt/slideLayouts/slideLayout3.xml" Id="R1ae287e2c53448bc" /><Relationship Type="http://schemas.openxmlformats.org/officeDocument/2006/relationships/slideLayout" Target="/ppt/slideLayouts/slideLayout4.xml" Id="R6c1190b2a95046d6" /><Relationship Type="http://schemas.openxmlformats.org/officeDocument/2006/relationships/slideLayout" Target="/ppt/slideLayouts/slideLayout5.xml" Id="Rebc4a695dabf4c7d" /><Relationship Type="http://schemas.openxmlformats.org/officeDocument/2006/relationships/slideLayout" Target="/ppt/slideLayouts/slideLayout6.xml" Id="R92c1b59287874f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86ae81e39c4b35"/>
    <p:sldLayoutId xmlns:r="http://schemas.openxmlformats.org/officeDocument/2006/relationships" id="2147483650" r:id="R990ec7b5eabf4214"/>
    <p:sldLayoutId xmlns:r="http://schemas.openxmlformats.org/officeDocument/2006/relationships" id="2147483651" r:id="R1ae287e2c53448bc"/>
    <p:sldLayoutId xmlns:r="http://schemas.openxmlformats.org/officeDocument/2006/relationships" id="2147483652" r:id="R6c1190b2a95046d6"/>
    <p:sldLayoutId xmlns:r="http://schemas.openxmlformats.org/officeDocument/2006/relationships" id="2147483653" r:id="Rebc4a695dabf4c7d"/>
    <p:sldLayoutId xmlns:r="http://schemas.openxmlformats.org/officeDocument/2006/relationships" id="2147483654" r:id="R92c1b59287874f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36ab2131f04a4e" /><Relationship Type="http://schemas.openxmlformats.org/officeDocument/2006/relationships/image" Target="/ppt/media/image.png" Id="Rf8e34aafb08040ab" /><Relationship Type="http://schemas.openxmlformats.org/officeDocument/2006/relationships/notesSlide" Target="/ppt/notesSlides/notesSlide1.xml" Id="R09047315fc5b4b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f6d12f573c4713" /><Relationship Type="http://schemas.openxmlformats.org/officeDocument/2006/relationships/image" Target="/ppt/media/image2.png" Id="R3750545f9406418a" /><Relationship Type="http://schemas.openxmlformats.org/officeDocument/2006/relationships/image" Target="/ppt/media/image3.png" Id="R568d90301444408f" /><Relationship Type="http://schemas.openxmlformats.org/officeDocument/2006/relationships/image" Target="/ppt/media/image4.png" Id="Rdc79acd313354b9d" /><Relationship Type="http://schemas.openxmlformats.org/officeDocument/2006/relationships/image" Target="/ppt/media/image5.png" Id="Rf22a40bf2b4c4c88" /><Relationship Type="http://schemas.openxmlformats.org/officeDocument/2006/relationships/notesSlide" Target="/ppt/notesSlides/notesSlide2.xml" Id="R85d315a22d2f4f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45c16447974799" /><Relationship Type="http://schemas.openxmlformats.org/officeDocument/2006/relationships/notesSlide" Target="/ppt/notesSlides/notesSlide3.xml" Id="Rf1950fca75ab4f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3aba35551ae4464" /><Relationship Type="http://schemas.openxmlformats.org/officeDocument/2006/relationships/image" Target="/ppt/media/image6.png" Id="Rea9014e9dc7f4558" /><Relationship Type="http://schemas.openxmlformats.org/officeDocument/2006/relationships/notesSlide" Target="/ppt/notesSlides/notesSlide4.xml" Id="R71da1d8cc5af4f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0ed47a46f54f57" /><Relationship Type="http://schemas.openxmlformats.org/officeDocument/2006/relationships/notesSlide" Target="/ppt/notesSlides/notesSlide5.xml" Id="R0d382dda3fff45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b30f2faf2f4fb4" /><Relationship Type="http://schemas.openxmlformats.org/officeDocument/2006/relationships/notesSlide" Target="/ppt/notesSlides/notesSlide6.xml" Id="R93ab7e6c0fcd4e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9742b170bf4e9f" /><Relationship Type="http://schemas.openxmlformats.org/officeDocument/2006/relationships/notesSlide" Target="/ppt/notesSlides/notesSlide7.xml" Id="R12abfd62a27743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72d5faa27440dc" /><Relationship Type="http://schemas.openxmlformats.org/officeDocument/2006/relationships/notesSlide" Target="/ppt/notesSlides/notesSlide8.xml" Id="Rfef6a0cdd30d40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5dfddb468a44cb" /><Relationship Type="http://schemas.openxmlformats.org/officeDocument/2006/relationships/image" Target="/ppt/media/image7.png" Id="R95af985020944915" /><Relationship Type="http://schemas.openxmlformats.org/officeDocument/2006/relationships/notesSlide" Target="/ppt/notesSlides/notesSlide9.xml" Id="R2f51e0c782f342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a6826111b24724" /><Relationship Type="http://schemas.openxmlformats.org/officeDocument/2006/relationships/notesSlide" Target="/ppt/notesSlides/notesSlide10.xml" Id="R830466dd9dcf4d18" /></Relationships>
</file>

<file path=ppt/slides/slide1.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4A939A-4BC2-43D3-94D5-72D03868ACAE}"/>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Cartal</a:t>
            </a:r>
          </a:p>
        </p:txBody>
      </p:sp>
      <p:sp>
        <p:nvSpPr>
          <p:cNvPr id="2" name="">
            <a:extLst xmlns:a="http://schemas.openxmlformats.org/drawingml/2006/main">
              <a:ext uri="{FF2B5EF4-FFF2-40B4-BE49-F238E27FC236}">
                <a16:creationId xmlns:a16="http://schemas.microsoft.com/office/drawing/2014/main" id="{AE9A1280-BF6B-4210-AFC6-9651CA261E04}"/>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Memoria en realidad aumentada</a:t>
            </a:r>
          </a:p>
        </p:txBody>
      </p:sp>
      <p:sp>
        <p:nvSpPr>
          <p:cNvPr id="3" name="">
            <a:extLst xmlns:a="http://schemas.openxmlformats.org/drawingml/2006/main">
              <a:ext uri="{FF2B5EF4-FFF2-40B4-BE49-F238E27FC236}">
                <a16:creationId xmlns:a16="http://schemas.microsoft.com/office/drawing/2014/main" id="{75750A6C-1F8A-4624-ABCD-B614F770830E}"/>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E1EFA5B5-9F93-4CFA-B68C-2AD532FEFB9A}"/>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8B7372-3057-41A6-B599-C0C71B9AB8E1}"/>
              </a:ext>
            </a:extLst>
          </p:cNvPr>
          <p:cNvSpPr>
            <a:spLocks xmlns:a="http://schemas.openxmlformats.org/drawingml/2006/main" noGrp="1"/>
          </p:cNvSpPr>
          <p:nvPr/>
        </p:nvSpPr>
        <p:spPr>
          <a:xfrm xmlns:a="http://schemas.openxmlformats.org/drawingml/2006/main">
            <a:off x="609600" y="2781300"/>
            <a:ext cx="590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750" b="1">
                <a:solidFill>
                  <a:srgbClr val="F0E9DA"/>
                </a:solidFill>
                <a:latin typeface="Arial"/>
                <a:ea typeface="Arial"/>
                <a:cs typeface="Arial"/>
              </a:defRPr>
            </a:defPPr>
          </a:lstStyle>
          <a:p xmlns:a="http://schemas.openxmlformats.org/drawingml/2006/main">
            <a:pPr algn="l">
              <a:defRPr sz="3750" b="1">
                <a:solidFill>
                  <a:srgbClr val="F0E9DA"/>
                </a:solidFill>
                <a:latin typeface="Arial"/>
                <a:ea typeface="Arial"/>
                <a:cs typeface="Arial"/>
              </a:defRPr>
            </a:pPr>
            <a:r>
              <a:rPr sz="3750" b="1">
                <a:solidFill>
                  <a:srgbClr val="F0E9DA"/>
                </a:solidFill>
                <a:latin typeface="Arial"/>
                <a:ea typeface="Arial"/>
                <a:cs typeface="Arial"/>
              </a:rPr>
              <a:t>Encuentra cuatro parejas.</a:t>
            </a:r>
          </a:p>
          <a:p xmlns:a="http://schemas.openxmlformats.org/drawingml/2006/main">
            <a:pPr algn="l">
              <a:defRPr sz="3750" b="1">
                <a:solidFill>
                  <a:srgbClr val="F0E9DA"/>
                </a:solidFill>
                <a:latin typeface="Arial"/>
                <a:ea typeface="Arial"/>
                <a:cs typeface="Arial"/>
              </a:defRPr>
            </a:pPr>
            <a:r>
              <a:rPr sz="3750" b="1">
                <a:solidFill>
                  <a:srgbClr val="F0E9DA"/>
                </a:solidFill>
                <a:latin typeface="Arial"/>
                <a:ea typeface="Arial"/>
                <a:cs typeface="Arial"/>
              </a:rPr>
              <a:t>Abre la cripta.</a:t>
            </a:r>
          </a:p>
        </p:txBody>
      </p:sp>
      <p:sp>
        <p:nvSpPr>
          <p:cNvPr id="6" name="">
            <a:extLst xmlns:a="http://schemas.openxmlformats.org/drawingml/2006/main">
              <a:ext uri="{FF2B5EF4-FFF2-40B4-BE49-F238E27FC236}">
                <a16:creationId xmlns:a16="http://schemas.microsoft.com/office/drawing/2014/main" id="{E430392F-04C6-4098-B593-607D66900FE1}"/>
              </a:ext>
            </a:extLst>
          </p:cNvPr>
          <p:cNvSpPr>
            <a:spLocks xmlns:a="http://schemas.openxmlformats.org/drawingml/2006/main" noGrp="1"/>
          </p:cNvSpPr>
          <p:nvPr/>
        </p:nvSpPr>
        <p:spPr>
          <a:xfrm xmlns:a="http://schemas.openxmlformats.org/drawingml/2006/main">
            <a:off x="609600" y="4476750"/>
            <a:ext cx="590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BDB7C9"/>
                </a:solidFill>
                <a:latin typeface="Arial"/>
                <a:ea typeface="Arial"/>
                <a:cs typeface="Arial"/>
              </a:defRPr>
            </a:defPPr>
          </a:lstStyle>
          <a:p xmlns:a="http://schemas.openxmlformats.org/drawingml/2006/main">
            <a:pPr algn="l">
              <a:defRPr sz="2250" b="0">
                <a:solidFill>
                  <a:srgbClr val="BDB7C9"/>
                </a:solidFill>
                <a:latin typeface="Arial"/>
                <a:ea typeface="Arial"/>
                <a:cs typeface="Arial"/>
              </a:defRPr>
            </a:pPr>
            <a:r>
              <a:rPr sz="2250" b="0">
                <a:solidFill>
                  <a:srgbClr val="BDB7C9"/>
                </a:solidFill>
                <a:latin typeface="Arial"/>
                <a:ea typeface="Arial"/>
                <a:cs typeface="Arial"/>
              </a:rPr>
              <a:t>Una imagen real.</a:t>
            </a:r>
          </a:p>
          <a:p xmlns:a="http://schemas.openxmlformats.org/drawingml/2006/main">
            <a:pPr algn="l">
              <a:defRPr sz="2250" b="0">
                <a:solidFill>
                  <a:srgbClr val="BDB7C9"/>
                </a:solidFill>
                <a:latin typeface="Arial"/>
                <a:ea typeface="Arial"/>
                <a:cs typeface="Arial"/>
              </a:defRPr>
            </a:pPr>
            <a:r>
              <a:rPr sz="2250" b="0">
                <a:solidFill>
                  <a:srgbClr val="BDB7C9"/>
                </a:solidFill>
                <a:latin typeface="Arial"/>
                <a:ea typeface="Arial"/>
                <a:cs typeface="Arial"/>
              </a:rPr>
              <a:t>Ocho cartas virtuales.</a:t>
            </a:r>
          </a:p>
          <a:p xmlns:a="http://schemas.openxmlformats.org/drawingml/2006/main">
            <a:pPr algn="l">
              <a:defRPr sz="2250" b="0">
                <a:solidFill>
                  <a:srgbClr val="BDB7C9"/>
                </a:solidFill>
                <a:latin typeface="Arial"/>
                <a:ea typeface="Arial"/>
                <a:cs typeface="Arial"/>
              </a:defRPr>
            </a:pPr>
            <a:r>
              <a:rPr sz="2250" b="0">
                <a:solidFill>
                  <a:srgbClr val="BDB7C9"/>
                </a:solidFill>
                <a:latin typeface="Arial"/>
                <a:ea typeface="Arial"/>
                <a:cs typeface="Arial"/>
              </a:rPr>
              <a:t>Una mecánica fácil de explicar.</a:t>
            </a:r>
          </a:p>
        </p:txBody>
      </p:sp>
      <p:pic>
        <p:nvPicPr>
          <p:cNvPr id="7" name="">
            <a:extLst xmlns:a="http://schemas.openxmlformats.org/drawingml/2006/main">
              <a:ext uri="{FF2B5EF4-FFF2-40B4-BE49-F238E27FC236}">
                <a16:creationId xmlns:a16="http://schemas.microsoft.com/office/drawing/2014/main" id="{60B4646F-5702-4073-8B23-11EA5118275A}"/>
              </a:ext>
            </a:extLst>
          </p:cNvPr>
          <p:cNvPicPr>
            <a:picLocks xmlns:a="http://schemas.openxmlformats.org/drawingml/2006/main" noChangeAspect="1"/>
          </p:cNvPicPr>
          <p:nvPr/>
        </p:nvPicPr>
        <p:blipFill>
          <a:blip xmlns:r="http://schemas.openxmlformats.org/officeDocument/2006/relationships" xmlns:a="http://schemas.openxmlformats.org/drawingml/2006/main" r:embed="Rf8e34aafb08040ab"/>
          <a:stretch xmlns:a="http://schemas.openxmlformats.org/drawingml/2006/main"/>
        </p:blipFill>
        <p:spPr>
          <a:xfrm xmlns:a="http://schemas.openxmlformats.org/drawingml/2006/main">
            <a:off x="7448550" y="2286000"/>
            <a:ext cx="3810000" cy="3810000"/>
          </a:xfrm>
          <a:prstGeom xmlns:a="http://schemas.openxmlformats.org/drawingml/2006/main" prst="rect">
            <a:avLst/>
          </a:prstGeom>
        </p:spPr>
      </p:pic>
    </p:spTree>
    <p:extLst>
      <p:ext uri="{BB962C8B-B14F-4D97-AF65-F5344CB8AC3E}">
        <p14:creationId xmlns:p14="http://schemas.microsoft.com/office/powerpoint/2010/main" val="229401903"/>
      </p:ext>
    </p:extLst>
  </p:cSld>
</p:sld>
</file>

<file path=ppt/slides/slide2.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7ED6832-E92D-4A81-A32D-243A0386ABFF}"/>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Ocho cartas, cuatro parejas</a:t>
            </a:r>
          </a:p>
        </p:txBody>
      </p:sp>
      <p:sp>
        <p:nvSpPr>
          <p:cNvPr id="2" name="">
            <a:extLst xmlns:a="http://schemas.openxmlformats.org/drawingml/2006/main">
              <a:ext uri="{FF2B5EF4-FFF2-40B4-BE49-F238E27FC236}">
                <a16:creationId xmlns:a16="http://schemas.microsoft.com/office/drawing/2014/main" id="{35437B09-8D7A-4036-A773-CA8056CFE676}"/>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Calavera, espada y dos pociones de colores distintos.</a:t>
            </a:r>
          </a:p>
        </p:txBody>
      </p:sp>
      <p:sp>
        <p:nvSpPr>
          <p:cNvPr id="3" name="">
            <a:extLst xmlns:a="http://schemas.openxmlformats.org/drawingml/2006/main">
              <a:ext uri="{FF2B5EF4-FFF2-40B4-BE49-F238E27FC236}">
                <a16:creationId xmlns:a16="http://schemas.microsoft.com/office/drawing/2014/main" id="{20736CB5-CDE8-451C-95DD-D4F148ABE9E4}"/>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DB953678-5115-42B9-B302-B7FC3F7F90E7}"/>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02</a:t>
            </a:r>
          </a:p>
        </p:txBody>
      </p:sp>
      <p:pic>
        <p:nvPicPr>
          <p:cNvPr id="5" name="">
            <a:extLst xmlns:a="http://schemas.openxmlformats.org/drawingml/2006/main">
              <a:ext uri="{FF2B5EF4-FFF2-40B4-BE49-F238E27FC236}">
                <a16:creationId xmlns:a16="http://schemas.microsoft.com/office/drawing/2014/main" id="{EEC216F5-A099-440E-BB8A-4DABE6D2B29C}"/>
              </a:ext>
            </a:extLst>
          </p:cNvPr>
          <p:cNvPicPr>
            <a:picLocks xmlns:a="http://schemas.openxmlformats.org/drawingml/2006/main" noChangeAspect="1"/>
          </p:cNvPicPr>
          <p:nvPr/>
        </p:nvPicPr>
        <p:blipFill>
          <a:blip xmlns:r="http://schemas.openxmlformats.org/officeDocument/2006/relationships" xmlns:a="http://schemas.openxmlformats.org/drawingml/2006/main" r:embed="R3750545f9406418a"/>
          <a:stretch xmlns:a="http://schemas.openxmlformats.org/drawingml/2006/main"/>
        </p:blipFill>
        <p:spPr>
          <a:xfrm xmlns:a="http://schemas.openxmlformats.org/drawingml/2006/main">
            <a:off x="904875" y="2276475"/>
            <a:ext cx="1905000" cy="2619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3C1A115-6157-4372-8E54-FE6B901C0205}"/>
              </a:ext>
            </a:extLst>
          </p:cNvPr>
          <p:cNvSpPr>
            <a:spLocks xmlns:a="http://schemas.openxmlformats.org/drawingml/2006/main" noGrp="1"/>
          </p:cNvSpPr>
          <p:nvPr/>
        </p:nvSpPr>
        <p:spPr>
          <a:xfrm xmlns:a="http://schemas.openxmlformats.org/drawingml/2006/main">
            <a:off x="1000125" y="51054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0E9DA"/>
                </a:solidFill>
                <a:latin typeface="Arial"/>
                <a:ea typeface="Arial"/>
                <a:cs typeface="Arial"/>
              </a:defRPr>
            </a:defPPr>
          </a:lstStyle>
          <a:p xmlns:a="http://schemas.openxmlformats.org/drawingml/2006/main">
            <a:pPr algn="l">
              <a:defRPr sz="2100" b="1">
                <a:solidFill>
                  <a:srgbClr val="F0E9DA"/>
                </a:solidFill>
                <a:latin typeface="Arial"/>
                <a:ea typeface="Arial"/>
                <a:cs typeface="Arial"/>
              </a:defRPr>
            </a:pPr>
            <a:r>
              <a:rPr sz="2100" b="1">
                <a:solidFill>
                  <a:srgbClr val="F0E9DA"/>
                </a:solidFill>
                <a:latin typeface="Arial"/>
                <a:ea typeface="Arial"/>
                <a:cs typeface="Arial"/>
              </a:rPr>
              <a:t>Calavera</a:t>
            </a:r>
          </a:p>
        </p:txBody>
      </p:sp>
      <p:pic>
        <p:nvPicPr>
          <p:cNvPr id="7" name="">
            <a:extLst xmlns:a="http://schemas.openxmlformats.org/drawingml/2006/main">
              <a:ext uri="{FF2B5EF4-FFF2-40B4-BE49-F238E27FC236}">
                <a16:creationId xmlns:a16="http://schemas.microsoft.com/office/drawing/2014/main" id="{FEE7E3D6-6223-4EA5-9977-E9B411B8596E}"/>
              </a:ext>
            </a:extLst>
          </p:cNvPr>
          <p:cNvPicPr>
            <a:picLocks xmlns:a="http://schemas.openxmlformats.org/drawingml/2006/main" noChangeAspect="1"/>
          </p:cNvPicPr>
          <p:nvPr/>
        </p:nvPicPr>
        <p:blipFill>
          <a:blip xmlns:r="http://schemas.openxmlformats.org/officeDocument/2006/relationships" xmlns:a="http://schemas.openxmlformats.org/drawingml/2006/main" r:embed="R568d90301444408f"/>
          <a:stretch xmlns:a="http://schemas.openxmlformats.org/drawingml/2006/main"/>
        </p:blipFill>
        <p:spPr>
          <a:xfrm xmlns:a="http://schemas.openxmlformats.org/drawingml/2006/main">
            <a:off x="3714750" y="2276475"/>
            <a:ext cx="1905000" cy="2619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F6E24A5-08FC-4051-931F-2CF4457AD640}"/>
              </a:ext>
            </a:extLst>
          </p:cNvPr>
          <p:cNvSpPr>
            <a:spLocks xmlns:a="http://schemas.openxmlformats.org/drawingml/2006/main" noGrp="1"/>
          </p:cNvSpPr>
          <p:nvPr/>
        </p:nvSpPr>
        <p:spPr>
          <a:xfrm xmlns:a="http://schemas.openxmlformats.org/drawingml/2006/main">
            <a:off x="3810000" y="51054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0E9DA"/>
                </a:solidFill>
                <a:latin typeface="Arial"/>
                <a:ea typeface="Arial"/>
                <a:cs typeface="Arial"/>
              </a:defRPr>
            </a:defPPr>
          </a:lstStyle>
          <a:p xmlns:a="http://schemas.openxmlformats.org/drawingml/2006/main">
            <a:pPr algn="l">
              <a:defRPr sz="2100" b="1">
                <a:solidFill>
                  <a:srgbClr val="F0E9DA"/>
                </a:solidFill>
                <a:latin typeface="Arial"/>
                <a:ea typeface="Arial"/>
                <a:cs typeface="Arial"/>
              </a:defRPr>
            </a:pPr>
            <a:r>
              <a:rPr sz="2100" b="1">
                <a:solidFill>
                  <a:srgbClr val="F0E9DA"/>
                </a:solidFill>
                <a:latin typeface="Arial"/>
                <a:ea typeface="Arial"/>
                <a:cs typeface="Arial"/>
              </a:rPr>
              <a:t>Espada</a:t>
            </a:r>
          </a:p>
        </p:txBody>
      </p:sp>
      <p:pic>
        <p:nvPicPr>
          <p:cNvPr id="9" name="">
            <a:extLst xmlns:a="http://schemas.openxmlformats.org/drawingml/2006/main">
              <a:ext uri="{FF2B5EF4-FFF2-40B4-BE49-F238E27FC236}">
                <a16:creationId xmlns:a16="http://schemas.microsoft.com/office/drawing/2014/main" id="{A472F151-4F6E-4F98-8C5B-745024C12629}"/>
              </a:ext>
            </a:extLst>
          </p:cNvPr>
          <p:cNvPicPr>
            <a:picLocks xmlns:a="http://schemas.openxmlformats.org/drawingml/2006/main" noChangeAspect="1"/>
          </p:cNvPicPr>
          <p:nvPr/>
        </p:nvPicPr>
        <p:blipFill>
          <a:blip xmlns:r="http://schemas.openxmlformats.org/officeDocument/2006/relationships" xmlns:a="http://schemas.openxmlformats.org/drawingml/2006/main" r:embed="Rdc79acd313354b9d"/>
          <a:stretch xmlns:a="http://schemas.openxmlformats.org/drawingml/2006/main"/>
        </p:blipFill>
        <p:spPr>
          <a:xfrm xmlns:a="http://schemas.openxmlformats.org/drawingml/2006/main">
            <a:off x="6524625" y="2276475"/>
            <a:ext cx="1905000" cy="2619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83C286A-677C-49AD-85BC-75C8431C0444}"/>
              </a:ext>
            </a:extLst>
          </p:cNvPr>
          <p:cNvSpPr>
            <a:spLocks xmlns:a="http://schemas.openxmlformats.org/drawingml/2006/main" noGrp="1"/>
          </p:cNvSpPr>
          <p:nvPr/>
        </p:nvSpPr>
        <p:spPr>
          <a:xfrm xmlns:a="http://schemas.openxmlformats.org/drawingml/2006/main">
            <a:off x="6619875" y="51054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0E9DA"/>
                </a:solidFill>
                <a:latin typeface="Arial"/>
                <a:ea typeface="Arial"/>
                <a:cs typeface="Arial"/>
              </a:defRPr>
            </a:defPPr>
          </a:lstStyle>
          <a:p xmlns:a="http://schemas.openxmlformats.org/drawingml/2006/main">
            <a:pPr algn="l">
              <a:defRPr sz="2100" b="1">
                <a:solidFill>
                  <a:srgbClr val="F0E9DA"/>
                </a:solidFill>
                <a:latin typeface="Arial"/>
                <a:ea typeface="Arial"/>
                <a:cs typeface="Arial"/>
              </a:defRPr>
            </a:pPr>
            <a:r>
              <a:rPr sz="2100" b="1">
                <a:solidFill>
                  <a:srgbClr val="F0E9DA"/>
                </a:solidFill>
                <a:latin typeface="Arial"/>
                <a:ea typeface="Arial"/>
                <a:cs typeface="Arial"/>
              </a:rPr>
              <a:t>Poción roja</a:t>
            </a:r>
          </a:p>
        </p:txBody>
      </p:sp>
      <p:pic>
        <p:nvPicPr>
          <p:cNvPr id="11" name="">
            <a:extLst xmlns:a="http://schemas.openxmlformats.org/drawingml/2006/main">
              <a:ext uri="{FF2B5EF4-FFF2-40B4-BE49-F238E27FC236}">
                <a16:creationId xmlns:a16="http://schemas.microsoft.com/office/drawing/2014/main" id="{AC752917-5F0D-4D92-B1AF-1F1682216C17}"/>
              </a:ext>
            </a:extLst>
          </p:cNvPr>
          <p:cNvPicPr>
            <a:picLocks xmlns:a="http://schemas.openxmlformats.org/drawingml/2006/main" noChangeAspect="1"/>
          </p:cNvPicPr>
          <p:nvPr/>
        </p:nvPicPr>
        <p:blipFill>
          <a:blip xmlns:r="http://schemas.openxmlformats.org/officeDocument/2006/relationships" xmlns:a="http://schemas.openxmlformats.org/drawingml/2006/main" r:embed="Rf22a40bf2b4c4c88"/>
          <a:stretch xmlns:a="http://schemas.openxmlformats.org/drawingml/2006/main"/>
        </p:blipFill>
        <p:spPr>
          <a:xfrm xmlns:a="http://schemas.openxmlformats.org/drawingml/2006/main">
            <a:off x="9334500" y="2276475"/>
            <a:ext cx="1905000" cy="2619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A12AD94-077C-4B75-8ECA-C05E99ED6F24}"/>
              </a:ext>
            </a:extLst>
          </p:cNvPr>
          <p:cNvSpPr>
            <a:spLocks xmlns:a="http://schemas.openxmlformats.org/drawingml/2006/main" noGrp="1"/>
          </p:cNvSpPr>
          <p:nvPr/>
        </p:nvSpPr>
        <p:spPr>
          <a:xfrm xmlns:a="http://schemas.openxmlformats.org/drawingml/2006/main">
            <a:off x="9429750" y="51054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0E9DA"/>
                </a:solidFill>
                <a:latin typeface="Arial"/>
                <a:ea typeface="Arial"/>
                <a:cs typeface="Arial"/>
              </a:defRPr>
            </a:defPPr>
          </a:lstStyle>
          <a:p xmlns:a="http://schemas.openxmlformats.org/drawingml/2006/main">
            <a:pPr algn="l">
              <a:defRPr sz="2100" b="1">
                <a:solidFill>
                  <a:srgbClr val="F0E9DA"/>
                </a:solidFill>
                <a:latin typeface="Arial"/>
                <a:ea typeface="Arial"/>
                <a:cs typeface="Arial"/>
              </a:defRPr>
            </a:pPr>
            <a:r>
              <a:rPr sz="2100" b="1">
                <a:solidFill>
                  <a:srgbClr val="F0E9DA"/>
                </a:solidFill>
                <a:latin typeface="Arial"/>
                <a:ea typeface="Arial"/>
                <a:cs typeface="Arial"/>
              </a:rPr>
              <a:t>Poción azul</a:t>
            </a:r>
          </a:p>
        </p:txBody>
      </p:sp>
      <p:sp>
        <p:nvSpPr>
          <p:cNvPr id="13" name="">
            <a:extLst xmlns:a="http://schemas.openxmlformats.org/drawingml/2006/main">
              <a:ext uri="{FF2B5EF4-FFF2-40B4-BE49-F238E27FC236}">
                <a16:creationId xmlns:a16="http://schemas.microsoft.com/office/drawing/2014/main" id="{5D43BA52-9D23-45F1-B761-768B607106F6}"/>
              </a:ext>
            </a:extLst>
          </p:cNvPr>
          <p:cNvSpPr>
            <a:spLocks xmlns:a="http://schemas.openxmlformats.org/drawingml/2006/main" noGrp="1"/>
          </p:cNvSpPr>
          <p:nvPr/>
        </p:nvSpPr>
        <p:spPr>
          <a:xfrm xmlns:a="http://schemas.openxmlformats.org/drawingml/2006/main">
            <a:off x="609600" y="57721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Acierto: quedan visibles.     Fallo: se ocultan tras un segundo.</a:t>
            </a:r>
          </a:p>
        </p:txBody>
      </p:sp>
    </p:spTree>
    <p:extLst>
      <p:ext uri="{BB962C8B-B14F-4D97-AF65-F5344CB8AC3E}">
        <p14:creationId xmlns:p14="http://schemas.microsoft.com/office/powerpoint/2010/main" val="1651896495"/>
      </p:ext>
    </p:extLst>
  </p:cSld>
</p:sld>
</file>

<file path=ppt/slides/slide3.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63B31C-C853-4DDB-97CB-6595DD7A95BD}"/>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Herramientas utilizadas</a:t>
            </a:r>
          </a:p>
        </p:txBody>
      </p:sp>
      <p:sp>
        <p:nvSpPr>
          <p:cNvPr id="2" name="">
            <a:extLst xmlns:a="http://schemas.openxmlformats.org/drawingml/2006/main">
              <a:ext uri="{FF2B5EF4-FFF2-40B4-BE49-F238E27FC236}">
                <a16:creationId xmlns:a16="http://schemas.microsoft.com/office/drawing/2014/main" id="{BE7CBD29-8AAC-4D32-B0F9-003801B3D15B}"/>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Unity 6000.3.11f1 y tres scripts propios de ejecución.</a:t>
            </a:r>
          </a:p>
        </p:txBody>
      </p:sp>
      <p:sp>
        <p:nvSpPr>
          <p:cNvPr id="3" name="">
            <a:extLst xmlns:a="http://schemas.openxmlformats.org/drawingml/2006/main">
              <a:ext uri="{FF2B5EF4-FFF2-40B4-BE49-F238E27FC236}">
                <a16:creationId xmlns:a16="http://schemas.microsoft.com/office/drawing/2014/main" id="{ED068223-CCB1-4643-A125-9849FE23FD78}"/>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255D6A33-2E75-4620-B7F2-2921FBB9358D}"/>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3465898-2FE4-4D86-B16D-B49181F0DAA7}"/>
              </a:ext>
            </a:extLst>
          </p:cNvPr>
          <p:cNvSpPr>
            <a:spLocks xmlns:a="http://schemas.openxmlformats.org/drawingml/2006/main" noGrp="1"/>
          </p:cNvSpPr>
          <p:nvPr/>
        </p:nvSpPr>
        <p:spPr>
          <a:xfrm xmlns:a="http://schemas.openxmlformats.org/drawingml/2006/main">
            <a:off x="609600" y="22193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DFC88E"/>
                </a:solidFill>
                <a:latin typeface="Arial"/>
                <a:ea typeface="Arial"/>
                <a:cs typeface="Arial"/>
              </a:defRPr>
            </a:defPPr>
          </a:lstStyle>
          <a:p xmlns:a="http://schemas.openxmlformats.org/drawingml/2006/main">
            <a:pPr algn="l">
              <a:defRPr sz="2400" b="1">
                <a:solidFill>
                  <a:srgbClr val="DFC88E"/>
                </a:solidFill>
                <a:latin typeface="Arial"/>
                <a:ea typeface="Arial"/>
                <a:cs typeface="Arial"/>
              </a:defRPr>
            </a:pPr>
            <a:r>
              <a:rPr sz="2400" b="1">
                <a:solidFill>
                  <a:srgbClr val="DFC88E"/>
                </a:solidFill>
                <a:latin typeface="Arial"/>
                <a:ea typeface="Arial"/>
                <a:cs typeface="Arial"/>
              </a:rPr>
              <a:t>Unity + C#</a:t>
            </a:r>
          </a:p>
        </p:txBody>
      </p:sp>
      <p:sp>
        <p:nvSpPr>
          <p:cNvPr id="6" name="">
            <a:extLst xmlns:a="http://schemas.openxmlformats.org/drawingml/2006/main">
              <a:ext uri="{FF2B5EF4-FFF2-40B4-BE49-F238E27FC236}">
                <a16:creationId xmlns:a16="http://schemas.microsoft.com/office/drawing/2014/main" id="{FFF2FA06-2F82-45E0-AB58-997F8CB70E2D}"/>
              </a:ext>
            </a:extLst>
          </p:cNvPr>
          <p:cNvSpPr>
            <a:spLocks xmlns:a="http://schemas.openxmlformats.org/drawingml/2006/main" noGrp="1"/>
          </p:cNvSpPr>
          <p:nvPr/>
        </p:nvSpPr>
        <p:spPr>
          <a:xfrm xmlns:a="http://schemas.openxmlformats.org/drawingml/2006/main">
            <a:off x="5334000" y="2219325"/>
            <a:ext cx="624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E9DA"/>
                </a:solidFill>
                <a:latin typeface="Arial"/>
                <a:ea typeface="Arial"/>
                <a:cs typeface="Arial"/>
              </a:defRPr>
            </a:defPPr>
          </a:lstStyle>
          <a:p xmlns:a="http://schemas.openxmlformats.org/drawingml/2006/main">
            <a:pPr algn="l">
              <a:defRPr sz="2100" b="0">
                <a:solidFill>
                  <a:srgbClr val="F0E9DA"/>
                </a:solidFill>
                <a:latin typeface="Arial"/>
                <a:ea typeface="Arial"/>
                <a:cs typeface="Arial"/>
              </a:defRPr>
            </a:pPr>
            <a:r>
              <a:rPr sz="2100" b="0">
                <a:solidFill>
                  <a:srgbClr val="F0E9DA"/>
                </a:solidFill>
                <a:latin typeface="Arial"/>
                <a:ea typeface="Arial"/>
                <a:cs typeface="Arial"/>
              </a:rPr>
              <a:t>Escena, interfaz, selección y reglas.</a:t>
            </a:r>
          </a:p>
        </p:txBody>
      </p:sp>
      <p:sp>
        <p:nvSpPr>
          <p:cNvPr id="7" name="">
            <a:extLst xmlns:a="http://schemas.openxmlformats.org/drawingml/2006/main">
              <a:ext uri="{FF2B5EF4-FFF2-40B4-BE49-F238E27FC236}">
                <a16:creationId xmlns:a16="http://schemas.microsoft.com/office/drawing/2014/main" id="{0E0D3351-00CB-4D96-A271-FAB1D03EE474}"/>
              </a:ext>
            </a:extLst>
          </p:cNvPr>
          <p:cNvSpPr>
            <a:spLocks xmlns:a="http://schemas.openxmlformats.org/drawingml/2006/main" noGrp="1"/>
          </p:cNvSpPr>
          <p:nvPr/>
        </p:nvSpPr>
        <p:spPr>
          <a:xfrm xmlns:a="http://schemas.openxmlformats.org/drawingml/2006/main">
            <a:off x="609600" y="31337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DFC88E"/>
                </a:solidFill>
                <a:latin typeface="Arial"/>
                <a:ea typeface="Arial"/>
                <a:cs typeface="Arial"/>
              </a:defRPr>
            </a:defPPr>
          </a:lstStyle>
          <a:p xmlns:a="http://schemas.openxmlformats.org/drawingml/2006/main">
            <a:pPr algn="l">
              <a:defRPr sz="2400" b="1">
                <a:solidFill>
                  <a:srgbClr val="DFC88E"/>
                </a:solidFill>
                <a:latin typeface="Arial"/>
                <a:ea typeface="Arial"/>
                <a:cs typeface="Arial"/>
              </a:defRPr>
            </a:pPr>
            <a:r>
              <a:rPr sz="2400" b="1">
                <a:solidFill>
                  <a:srgbClr val="DFC88E"/>
                </a:solidFill>
                <a:latin typeface="Arial"/>
                <a:ea typeface="Arial"/>
                <a:cs typeface="Arial"/>
              </a:rPr>
              <a:t>AR Foundation + ARCore</a:t>
            </a:r>
          </a:p>
        </p:txBody>
      </p:sp>
      <p:sp>
        <p:nvSpPr>
          <p:cNvPr id="8" name="">
            <a:extLst xmlns:a="http://schemas.openxmlformats.org/drawingml/2006/main">
              <a:ext uri="{FF2B5EF4-FFF2-40B4-BE49-F238E27FC236}">
                <a16:creationId xmlns:a16="http://schemas.microsoft.com/office/drawing/2014/main" id="{E408A599-D00E-46DB-B381-F2EC2D3BCBAA}"/>
              </a:ext>
            </a:extLst>
          </p:cNvPr>
          <p:cNvSpPr>
            <a:spLocks xmlns:a="http://schemas.openxmlformats.org/drawingml/2006/main" noGrp="1"/>
          </p:cNvSpPr>
          <p:nvPr/>
        </p:nvSpPr>
        <p:spPr>
          <a:xfrm xmlns:a="http://schemas.openxmlformats.org/drawingml/2006/main">
            <a:off x="5334000" y="3133725"/>
            <a:ext cx="624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E9DA"/>
                </a:solidFill>
                <a:latin typeface="Arial"/>
                <a:ea typeface="Arial"/>
                <a:cs typeface="Arial"/>
              </a:defRPr>
            </a:defPPr>
          </a:lstStyle>
          <a:p xmlns:a="http://schemas.openxmlformats.org/drawingml/2006/main">
            <a:pPr algn="l">
              <a:defRPr sz="2100" b="0">
                <a:solidFill>
                  <a:srgbClr val="F0E9DA"/>
                </a:solidFill>
                <a:latin typeface="Arial"/>
                <a:ea typeface="Arial"/>
                <a:cs typeface="Arial"/>
              </a:defRPr>
            </a:pPr>
            <a:r>
              <a:rPr sz="2100" b="0">
                <a:solidFill>
                  <a:srgbClr val="F0E9DA"/>
                </a:solidFill>
                <a:latin typeface="Arial"/>
                <a:ea typeface="Arial"/>
                <a:cs typeface="Arial"/>
              </a:rPr>
              <a:t>Cámara y seguimiento de una imagen.</a:t>
            </a:r>
          </a:p>
        </p:txBody>
      </p:sp>
      <p:sp>
        <p:nvSpPr>
          <p:cNvPr id="9" name="">
            <a:extLst xmlns:a="http://schemas.openxmlformats.org/drawingml/2006/main">
              <a:ext uri="{FF2B5EF4-FFF2-40B4-BE49-F238E27FC236}">
                <a16:creationId xmlns:a16="http://schemas.microsoft.com/office/drawing/2014/main" id="{52DD0A1E-A1F3-48C7-A18A-3F9D2EC054CB}"/>
              </a:ext>
            </a:extLst>
          </p:cNvPr>
          <p:cNvSpPr>
            <a:spLocks xmlns:a="http://schemas.openxmlformats.org/drawingml/2006/main" noGrp="1"/>
          </p:cNvSpPr>
          <p:nvPr/>
        </p:nvSpPr>
        <p:spPr>
          <a:xfrm xmlns:a="http://schemas.openxmlformats.org/drawingml/2006/main">
            <a:off x="609600" y="40481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DFC88E"/>
                </a:solidFill>
                <a:latin typeface="Arial"/>
                <a:ea typeface="Arial"/>
                <a:cs typeface="Arial"/>
              </a:defRPr>
            </a:defPPr>
          </a:lstStyle>
          <a:p xmlns:a="http://schemas.openxmlformats.org/drawingml/2006/main">
            <a:pPr algn="l">
              <a:defRPr sz="2400" b="1">
                <a:solidFill>
                  <a:srgbClr val="DFC88E"/>
                </a:solidFill>
                <a:latin typeface="Arial"/>
                <a:ea typeface="Arial"/>
                <a:cs typeface="Arial"/>
              </a:defRPr>
            </a:pPr>
            <a:r>
              <a:rPr sz="2400" b="1">
                <a:solidFill>
                  <a:srgbClr val="DFC88E"/>
                </a:solidFill>
                <a:latin typeface="Arial"/>
                <a:ea typeface="Arial"/>
                <a:cs typeface="Arial"/>
              </a:rPr>
              <a:t>Android</a:t>
            </a:r>
          </a:p>
        </p:txBody>
      </p:sp>
      <p:sp>
        <p:nvSpPr>
          <p:cNvPr id="10" name="">
            <a:extLst xmlns:a="http://schemas.openxmlformats.org/drawingml/2006/main">
              <a:ext uri="{FF2B5EF4-FFF2-40B4-BE49-F238E27FC236}">
                <a16:creationId xmlns:a16="http://schemas.microsoft.com/office/drawing/2014/main" id="{E6E38060-C7D6-4F63-A0A5-83258077FFB8}"/>
              </a:ext>
            </a:extLst>
          </p:cNvPr>
          <p:cNvSpPr>
            <a:spLocks xmlns:a="http://schemas.openxmlformats.org/drawingml/2006/main" noGrp="1"/>
          </p:cNvSpPr>
          <p:nvPr/>
        </p:nvSpPr>
        <p:spPr>
          <a:xfrm xmlns:a="http://schemas.openxmlformats.org/drawingml/2006/main">
            <a:off x="5334000" y="4048125"/>
            <a:ext cx="624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E9DA"/>
                </a:solidFill>
                <a:latin typeface="Arial"/>
                <a:ea typeface="Arial"/>
                <a:cs typeface="Arial"/>
              </a:defRPr>
            </a:defPPr>
          </a:lstStyle>
          <a:p xmlns:a="http://schemas.openxmlformats.org/drawingml/2006/main">
            <a:pPr algn="l">
              <a:defRPr sz="2100" b="0">
                <a:solidFill>
                  <a:srgbClr val="F0E9DA"/>
                </a:solidFill>
                <a:latin typeface="Arial"/>
                <a:ea typeface="Arial"/>
                <a:cs typeface="Arial"/>
              </a:defRPr>
            </a:pPr>
            <a:r>
              <a:rPr sz="2100" b="0">
                <a:solidFill>
                  <a:srgbClr val="F0E9DA"/>
                </a:solidFill>
                <a:latin typeface="Arial"/>
                <a:ea typeface="Arial"/>
                <a:cs typeface="Arial"/>
              </a:rPr>
              <a:t>Aplicación que se instala en un celular compatible.</a:t>
            </a:r>
          </a:p>
        </p:txBody>
      </p:sp>
      <p:sp>
        <p:nvSpPr>
          <p:cNvPr id="11" name="">
            <a:extLst xmlns:a="http://schemas.openxmlformats.org/drawingml/2006/main">
              <a:ext uri="{FF2B5EF4-FFF2-40B4-BE49-F238E27FC236}">
                <a16:creationId xmlns:a16="http://schemas.microsoft.com/office/drawing/2014/main" id="{365172A9-11A8-4F99-B587-A2040A481105}"/>
              </a:ext>
            </a:extLst>
          </p:cNvPr>
          <p:cNvSpPr>
            <a:spLocks xmlns:a="http://schemas.openxmlformats.org/drawingml/2006/main" noGrp="1"/>
          </p:cNvSpPr>
          <p:nvPr/>
        </p:nvSpPr>
        <p:spPr>
          <a:xfrm xmlns:a="http://schemas.openxmlformats.org/drawingml/2006/main">
            <a:off x="609600" y="49625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DFC88E"/>
                </a:solidFill>
                <a:latin typeface="Arial"/>
                <a:ea typeface="Arial"/>
                <a:cs typeface="Arial"/>
              </a:defRPr>
            </a:defPPr>
          </a:lstStyle>
          <a:p xmlns:a="http://schemas.openxmlformats.org/drawingml/2006/main">
            <a:pPr algn="l">
              <a:defRPr sz="2400" b="1">
                <a:solidFill>
                  <a:srgbClr val="DFC88E"/>
                </a:solidFill>
                <a:latin typeface="Arial"/>
                <a:ea typeface="Arial"/>
                <a:cs typeface="Arial"/>
              </a:defRPr>
            </a:pPr>
            <a:r>
              <a:rPr sz="2400" b="1">
                <a:solidFill>
                  <a:srgbClr val="DFC88E"/>
                </a:solidFill>
                <a:latin typeface="Arial"/>
                <a:ea typeface="Arial"/>
                <a:cs typeface="Arial"/>
              </a:rPr>
              <a:t>LibreSprite + PNG</a:t>
            </a:r>
          </a:p>
        </p:txBody>
      </p:sp>
      <p:sp>
        <p:nvSpPr>
          <p:cNvPr id="12" name="">
            <a:extLst xmlns:a="http://schemas.openxmlformats.org/drawingml/2006/main">
              <a:ext uri="{FF2B5EF4-FFF2-40B4-BE49-F238E27FC236}">
                <a16:creationId xmlns:a16="http://schemas.microsoft.com/office/drawing/2014/main" id="{64BCEAF9-B6A1-4017-83B4-32A3E614DC19}"/>
              </a:ext>
            </a:extLst>
          </p:cNvPr>
          <p:cNvSpPr>
            <a:spLocks xmlns:a="http://schemas.openxmlformats.org/drawingml/2006/main" noGrp="1"/>
          </p:cNvSpPr>
          <p:nvPr/>
        </p:nvSpPr>
        <p:spPr>
          <a:xfrm xmlns:a="http://schemas.openxmlformats.org/drawingml/2006/main">
            <a:off x="5334000" y="4962525"/>
            <a:ext cx="624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E9DA"/>
                </a:solidFill>
                <a:latin typeface="Arial"/>
                <a:ea typeface="Arial"/>
                <a:cs typeface="Arial"/>
              </a:defRPr>
            </a:defPPr>
          </a:lstStyle>
          <a:p xmlns:a="http://schemas.openxmlformats.org/drawingml/2006/main">
            <a:pPr algn="l">
              <a:defRPr sz="2100" b="0">
                <a:solidFill>
                  <a:srgbClr val="F0E9DA"/>
                </a:solidFill>
                <a:latin typeface="Arial"/>
                <a:ea typeface="Arial"/>
                <a:cs typeface="Arial"/>
              </a:defRPr>
            </a:pPr>
            <a:r>
              <a:rPr sz="2100" b="0">
                <a:solidFill>
                  <a:srgbClr val="F0E9DA"/>
                </a:solidFill>
                <a:latin typeface="Arial"/>
                <a:ea typeface="Arial"/>
                <a:cs typeface="Arial"/>
              </a:rPr>
              <a:t>Fuentes ASE editables y sprites pixel art.</a:t>
            </a:r>
          </a:p>
        </p:txBody>
      </p:sp>
      <p:sp>
        <p:nvSpPr>
          <p:cNvPr id="13" name="">
            <a:extLst xmlns:a="http://schemas.openxmlformats.org/drawingml/2006/main">
              <a:ext uri="{FF2B5EF4-FFF2-40B4-BE49-F238E27FC236}">
                <a16:creationId xmlns:a16="http://schemas.microsoft.com/office/drawing/2014/main" id="{BCE5CACC-0D8D-4302-834F-31860946123A}"/>
              </a:ext>
            </a:extLst>
          </p:cNvPr>
          <p:cNvSpPr>
            <a:spLocks xmlns:a="http://schemas.openxmlformats.org/drawingml/2006/main" noGrp="1"/>
          </p:cNvSpPr>
          <p:nvPr/>
        </p:nvSpPr>
        <p:spPr>
          <a:xfrm xmlns:a="http://schemas.openxmlformats.org/drawingml/2006/main">
            <a:off x="609600" y="5972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BDB7C9"/>
                </a:solidFill>
                <a:latin typeface="Arial"/>
                <a:ea typeface="Arial"/>
                <a:cs typeface="Arial"/>
              </a:defRPr>
            </a:defPPr>
          </a:lstStyle>
          <a:p xmlns:a="http://schemas.openxmlformats.org/drawingml/2006/main">
            <a:pPr algn="l">
              <a:defRPr sz="1800" b="0">
                <a:solidFill>
                  <a:srgbClr val="BDB7C9"/>
                </a:solidFill>
                <a:latin typeface="Arial"/>
                <a:ea typeface="Arial"/>
                <a:cs typeface="Arial"/>
              </a:defRPr>
            </a:pPr>
            <a:r>
              <a:rPr sz="1800" b="0">
                <a:solidFill>
                  <a:srgbClr val="BDB7C9"/>
                </a:solidFill>
                <a:latin typeface="Arial"/>
                <a:ea typeface="Arial"/>
                <a:cs typeface="Arial"/>
              </a:rPr>
              <a:t>Arte inicial generado por código; sonidos sintéticos originales.</a:t>
            </a:r>
          </a:p>
        </p:txBody>
      </p:sp>
    </p:spTree>
    <p:extLst>
      <p:ext uri="{BB962C8B-B14F-4D97-AF65-F5344CB8AC3E}">
        <p14:creationId xmlns:p14="http://schemas.microsoft.com/office/powerpoint/2010/main" val="2048347690"/>
      </p:ext>
    </p:extLst>
  </p:cSld>
</p:sld>
</file>

<file path=ppt/slides/slide4.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AAB009-2FD9-428D-A794-4BA374F32DB4}"/>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Cómo jugar</a:t>
            </a:r>
          </a:p>
        </p:txBody>
      </p:sp>
      <p:sp>
        <p:nvSpPr>
          <p:cNvPr id="2" name="">
            <a:extLst xmlns:a="http://schemas.openxmlformats.org/drawingml/2006/main">
              <a:ext uri="{FF2B5EF4-FFF2-40B4-BE49-F238E27FC236}">
                <a16:creationId xmlns:a16="http://schemas.microsoft.com/office/drawing/2014/main" id="{5E8427D9-FC57-4605-BEF9-C6A9276CA2A0}"/>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La referencia puede mostrarse en la laptop antes de imprimirla.</a:t>
            </a:r>
          </a:p>
        </p:txBody>
      </p:sp>
      <p:sp>
        <p:nvSpPr>
          <p:cNvPr id="3" name="">
            <a:extLst xmlns:a="http://schemas.openxmlformats.org/drawingml/2006/main">
              <a:ext uri="{FF2B5EF4-FFF2-40B4-BE49-F238E27FC236}">
                <a16:creationId xmlns:a16="http://schemas.microsoft.com/office/drawing/2014/main" id="{65607CEF-C882-4CFD-8B96-AF8E2D68DAA2}"/>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CDF26DE5-599C-4DFE-9137-FF013AA86479}"/>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86D8FBC-EA66-48FB-A88B-4B5A015DA1E8}"/>
              </a:ext>
            </a:extLst>
          </p:cNvPr>
          <p:cNvSpPr>
            <a:spLocks xmlns:a="http://schemas.openxmlformats.org/drawingml/2006/main" noGrp="1"/>
          </p:cNvSpPr>
          <p:nvPr/>
        </p:nvSpPr>
        <p:spPr>
          <a:xfrm xmlns:a="http://schemas.openxmlformats.org/drawingml/2006/main">
            <a:off x="609600" y="235267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1. Pulsa Jugar y permite usar la cámara.</a:t>
            </a:r>
          </a:p>
        </p:txBody>
      </p:sp>
      <p:sp>
        <p:nvSpPr>
          <p:cNvPr id="6" name="">
            <a:extLst xmlns:a="http://schemas.openxmlformats.org/drawingml/2006/main">
              <a:ext uri="{FF2B5EF4-FFF2-40B4-BE49-F238E27FC236}">
                <a16:creationId xmlns:a16="http://schemas.microsoft.com/office/drawing/2014/main" id="{4BC7C0E6-79E1-4D3A-9736-BC206382FE8D}"/>
              </a:ext>
            </a:extLst>
          </p:cNvPr>
          <p:cNvSpPr>
            <a:spLocks xmlns:a="http://schemas.openxmlformats.org/drawingml/2006/main" noGrp="1"/>
          </p:cNvSpPr>
          <p:nvPr/>
        </p:nvSpPr>
        <p:spPr>
          <a:xfrm xmlns:a="http://schemas.openxmlformats.org/drawingml/2006/main">
            <a:off x="609600" y="3086100"/>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2. Enfoca la imagen completa de la cripta.</a:t>
            </a:r>
          </a:p>
        </p:txBody>
      </p:sp>
      <p:sp>
        <p:nvSpPr>
          <p:cNvPr id="7" name="">
            <a:extLst xmlns:a="http://schemas.openxmlformats.org/drawingml/2006/main">
              <a:ext uri="{FF2B5EF4-FFF2-40B4-BE49-F238E27FC236}">
                <a16:creationId xmlns:a16="http://schemas.microsoft.com/office/drawing/2014/main" id="{2CD66E21-E78B-4493-8F80-73A5C3726692}"/>
              </a:ext>
            </a:extLst>
          </p:cNvPr>
          <p:cNvSpPr>
            <a:spLocks xmlns:a="http://schemas.openxmlformats.org/drawingml/2006/main" noGrp="1"/>
          </p:cNvSpPr>
          <p:nvPr/>
        </p:nvSpPr>
        <p:spPr>
          <a:xfrm xmlns:a="http://schemas.openxmlformats.org/drawingml/2006/main">
            <a:off x="609600" y="381952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3. Toca dos cartas para buscar una pareja.</a:t>
            </a:r>
          </a:p>
        </p:txBody>
      </p:sp>
      <p:sp>
        <p:nvSpPr>
          <p:cNvPr id="8" name="">
            <a:extLst xmlns:a="http://schemas.openxmlformats.org/drawingml/2006/main">
              <a:ext uri="{FF2B5EF4-FFF2-40B4-BE49-F238E27FC236}">
                <a16:creationId xmlns:a16="http://schemas.microsoft.com/office/drawing/2014/main" id="{B9BB0BD0-AEF4-4A40-9100-07611DE14514}"/>
              </a:ext>
            </a:extLst>
          </p:cNvPr>
          <p:cNvSpPr>
            <a:spLocks xmlns:a="http://schemas.openxmlformats.org/drawingml/2006/main" noGrp="1"/>
          </p:cNvSpPr>
          <p:nvPr/>
        </p:nvSpPr>
        <p:spPr>
          <a:xfrm xmlns:a="http://schemas.openxmlformats.org/drawingml/2006/main">
            <a:off x="609600" y="4552950"/>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4. Completa las cuatro parejas para ganar.</a:t>
            </a:r>
          </a:p>
        </p:txBody>
      </p:sp>
      <p:pic>
        <p:nvPicPr>
          <p:cNvPr id="9" name="">
            <a:extLst xmlns:a="http://schemas.openxmlformats.org/drawingml/2006/main">
              <a:ext uri="{FF2B5EF4-FFF2-40B4-BE49-F238E27FC236}">
                <a16:creationId xmlns:a16="http://schemas.microsoft.com/office/drawing/2014/main" id="{5E01BE28-CA5E-454E-9C89-AF7775A2307C}"/>
              </a:ext>
            </a:extLst>
          </p:cNvPr>
          <p:cNvPicPr>
            <a:picLocks xmlns:a="http://schemas.openxmlformats.org/drawingml/2006/main" noChangeAspect="1"/>
          </p:cNvPicPr>
          <p:nvPr/>
        </p:nvPicPr>
        <p:blipFill>
          <a:blip xmlns:r="http://schemas.openxmlformats.org/officeDocument/2006/relationships" xmlns:a="http://schemas.openxmlformats.org/drawingml/2006/main" r:embed="Rea9014e9dc7f4558"/>
          <a:stretch xmlns:a="http://schemas.openxmlformats.org/drawingml/2006/main"/>
        </p:blipFill>
        <p:spPr>
          <a:xfrm xmlns:a="http://schemas.openxmlformats.org/drawingml/2006/main">
            <a:off x="9320579" y="2009775"/>
            <a:ext cx="1894742" cy="4105275"/>
          </a:xfrm>
          <a:prstGeom xmlns:a="http://schemas.openxmlformats.org/drawingml/2006/main" prst="rect">
            <a:avLst/>
          </a:prstGeom>
        </p:spPr>
      </p:pic>
    </p:spTree>
    <p:extLst>
      <p:ext uri="{BB962C8B-B14F-4D97-AF65-F5344CB8AC3E}">
        <p14:creationId xmlns:p14="http://schemas.microsoft.com/office/powerpoint/2010/main" val="333921046"/>
      </p:ext>
    </p:extLst>
  </p:cSld>
</p:sld>
</file>

<file path=ppt/slides/slide5.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21B111-B1F0-415C-A710-03DAA6C8553F}"/>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El reto del mejor tiempo</a:t>
            </a:r>
          </a:p>
        </p:txBody>
      </p:sp>
      <p:sp>
        <p:nvSpPr>
          <p:cNvPr id="2" name="">
            <a:extLst xmlns:a="http://schemas.openxmlformats.org/drawingml/2006/main">
              <a:ext uri="{FF2B5EF4-FFF2-40B4-BE49-F238E27FC236}">
                <a16:creationId xmlns:a16="http://schemas.microsoft.com/office/drawing/2014/main" id="{E822D085-1CDF-4FDB-8E76-4FE5AAD0F08E}"/>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Se guarda el menor tiempo de una partida completada en este celular.</a:t>
            </a:r>
          </a:p>
        </p:txBody>
      </p:sp>
      <p:sp>
        <p:nvSpPr>
          <p:cNvPr id="3" name="">
            <a:extLst xmlns:a="http://schemas.openxmlformats.org/drawingml/2006/main">
              <a:ext uri="{FF2B5EF4-FFF2-40B4-BE49-F238E27FC236}">
                <a16:creationId xmlns:a16="http://schemas.microsoft.com/office/drawing/2014/main" id="{7AC7C2BA-2A64-4EB5-B770-B2A5804412AD}"/>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FA5C345F-77A9-4E21-B899-4CBDE11C6341}"/>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CDC802E-A797-4C62-B7CE-7998546D0B54}"/>
              </a:ext>
            </a:extLst>
          </p:cNvPr>
          <p:cNvSpPr>
            <a:spLocks xmlns:a="http://schemas.openxmlformats.org/drawingml/2006/main" noGrp="1"/>
          </p:cNvSpPr>
          <p:nvPr/>
        </p:nvSpPr>
        <p:spPr>
          <a:xfrm xmlns:a="http://schemas.openxmlformats.org/drawingml/2006/main">
            <a:off x="609600" y="22860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DFC88E"/>
                </a:solidFill>
                <a:latin typeface="Arial"/>
                <a:ea typeface="Arial"/>
                <a:cs typeface="Arial"/>
              </a:defRPr>
            </a:defPPr>
          </a:lstStyle>
          <a:p xmlns:a="http://schemas.openxmlformats.org/drawingml/2006/main">
            <a:pPr algn="l">
              <a:defRPr sz="2100" b="1">
                <a:solidFill>
                  <a:srgbClr val="DFC88E"/>
                </a:solidFill>
                <a:latin typeface="Arial"/>
                <a:ea typeface="Arial"/>
                <a:cs typeface="Arial"/>
              </a:defRPr>
            </a:pPr>
            <a:r>
              <a:rPr sz="2100" b="1">
                <a:solidFill>
                  <a:srgbClr val="DFC88E"/>
                </a:solidFill>
                <a:latin typeface="Arial"/>
                <a:ea typeface="Arial"/>
                <a:cs typeface="Arial"/>
              </a:rPr>
              <a:t>INICIO</a:t>
            </a:r>
          </a:p>
        </p:txBody>
      </p:sp>
      <p:sp>
        <p:nvSpPr>
          <p:cNvPr id="6" name="">
            <a:extLst xmlns:a="http://schemas.openxmlformats.org/drawingml/2006/main">
              <a:ext uri="{FF2B5EF4-FFF2-40B4-BE49-F238E27FC236}">
                <a16:creationId xmlns:a16="http://schemas.microsoft.com/office/drawing/2014/main" id="{1A182068-C2E6-4939-BC4D-D3DB42E06AEC}"/>
              </a:ext>
            </a:extLst>
          </p:cNvPr>
          <p:cNvSpPr>
            <a:spLocks xmlns:a="http://schemas.openxmlformats.org/drawingml/2006/main" noGrp="1"/>
          </p:cNvSpPr>
          <p:nvPr/>
        </p:nvSpPr>
        <p:spPr>
          <a:xfrm xmlns:a="http://schemas.openxmlformats.org/drawingml/2006/main">
            <a:off x="3000375" y="2286000"/>
            <a:ext cx="8582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El tiempo cuenta con el tablero visible.</a:t>
            </a:r>
          </a:p>
        </p:txBody>
      </p:sp>
      <p:sp>
        <p:nvSpPr>
          <p:cNvPr id="7" name="">
            <a:extLst xmlns:a="http://schemas.openxmlformats.org/drawingml/2006/main">
              <a:ext uri="{FF2B5EF4-FFF2-40B4-BE49-F238E27FC236}">
                <a16:creationId xmlns:a16="http://schemas.microsoft.com/office/drawing/2014/main" id="{5D9BB2C7-EBFD-4E58-A0A4-06B796DDFB06}"/>
              </a:ext>
            </a:extLst>
          </p:cNvPr>
          <p:cNvSpPr>
            <a:spLocks xmlns:a="http://schemas.openxmlformats.org/drawingml/2006/main" noGrp="1"/>
          </p:cNvSpPr>
          <p:nvPr/>
        </p:nvSpPr>
        <p:spPr>
          <a:xfrm xmlns:a="http://schemas.openxmlformats.org/drawingml/2006/main">
            <a:off x="609600" y="317182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DFC88E"/>
                </a:solidFill>
                <a:latin typeface="Arial"/>
                <a:ea typeface="Arial"/>
                <a:cs typeface="Arial"/>
              </a:defRPr>
            </a:defPPr>
          </a:lstStyle>
          <a:p xmlns:a="http://schemas.openxmlformats.org/drawingml/2006/main">
            <a:pPr algn="l">
              <a:defRPr sz="2100" b="1">
                <a:solidFill>
                  <a:srgbClr val="DFC88E"/>
                </a:solidFill>
                <a:latin typeface="Arial"/>
                <a:ea typeface="Arial"/>
                <a:cs typeface="Arial"/>
              </a:defRPr>
            </a:pPr>
            <a:r>
              <a:rPr sz="2100" b="1">
                <a:solidFill>
                  <a:srgbClr val="DFC88E"/>
                </a:solidFill>
                <a:latin typeface="Arial"/>
                <a:ea typeface="Arial"/>
                <a:cs typeface="Arial"/>
              </a:rPr>
              <a:t>PAUSA</a:t>
            </a:r>
          </a:p>
        </p:txBody>
      </p:sp>
      <p:sp>
        <p:nvSpPr>
          <p:cNvPr id="8" name="">
            <a:extLst xmlns:a="http://schemas.openxmlformats.org/drawingml/2006/main">
              <a:ext uri="{FF2B5EF4-FFF2-40B4-BE49-F238E27FC236}">
                <a16:creationId xmlns:a16="http://schemas.microsoft.com/office/drawing/2014/main" id="{8648F4E3-2172-4D3F-BD44-045849320B25}"/>
              </a:ext>
            </a:extLst>
          </p:cNvPr>
          <p:cNvSpPr>
            <a:spLocks xmlns:a="http://schemas.openxmlformats.org/drawingml/2006/main" noGrp="1"/>
          </p:cNvSpPr>
          <p:nvPr/>
        </p:nvSpPr>
        <p:spPr>
          <a:xfrm xmlns:a="http://schemas.openxmlformats.org/drawingml/2006/main">
            <a:off x="3000375" y="3171825"/>
            <a:ext cx="8582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Se detiene al perder la imagen o salir al fondo.</a:t>
            </a:r>
          </a:p>
        </p:txBody>
      </p:sp>
      <p:sp>
        <p:nvSpPr>
          <p:cNvPr id="9" name="">
            <a:extLst xmlns:a="http://schemas.openxmlformats.org/drawingml/2006/main">
              <a:ext uri="{FF2B5EF4-FFF2-40B4-BE49-F238E27FC236}">
                <a16:creationId xmlns:a16="http://schemas.microsoft.com/office/drawing/2014/main" id="{23CA55E7-445A-4F8F-80C7-A6A775838028}"/>
              </a:ext>
            </a:extLst>
          </p:cNvPr>
          <p:cNvSpPr>
            <a:spLocks xmlns:a="http://schemas.openxmlformats.org/drawingml/2006/main" noGrp="1"/>
          </p:cNvSpPr>
          <p:nvPr/>
        </p:nvSpPr>
        <p:spPr>
          <a:xfrm xmlns:a="http://schemas.openxmlformats.org/drawingml/2006/main">
            <a:off x="609600" y="405765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DFC88E"/>
                </a:solidFill>
                <a:latin typeface="Arial"/>
                <a:ea typeface="Arial"/>
                <a:cs typeface="Arial"/>
              </a:defRPr>
            </a:defPPr>
          </a:lstStyle>
          <a:p xmlns:a="http://schemas.openxmlformats.org/drawingml/2006/main">
            <a:pPr algn="l">
              <a:defRPr sz="2100" b="1">
                <a:solidFill>
                  <a:srgbClr val="DFC88E"/>
                </a:solidFill>
                <a:latin typeface="Arial"/>
                <a:ea typeface="Arial"/>
                <a:cs typeface="Arial"/>
              </a:defRPr>
            </a:pPr>
            <a:r>
              <a:rPr sz="2100" b="1">
                <a:solidFill>
                  <a:srgbClr val="DFC88E"/>
                </a:solidFill>
                <a:latin typeface="Arial"/>
                <a:ea typeface="Arial"/>
                <a:cs typeface="Arial"/>
              </a:rPr>
              <a:t>VICTORIA</a:t>
            </a:r>
          </a:p>
        </p:txBody>
      </p:sp>
      <p:sp>
        <p:nvSpPr>
          <p:cNvPr id="10" name="">
            <a:extLst xmlns:a="http://schemas.openxmlformats.org/drawingml/2006/main">
              <a:ext uri="{FF2B5EF4-FFF2-40B4-BE49-F238E27FC236}">
                <a16:creationId xmlns:a16="http://schemas.microsoft.com/office/drawing/2014/main" id="{E535E9C3-1864-43C5-B9AD-863D5729AB25}"/>
              </a:ext>
            </a:extLst>
          </p:cNvPr>
          <p:cNvSpPr>
            <a:spLocks xmlns:a="http://schemas.openxmlformats.org/drawingml/2006/main" noGrp="1"/>
          </p:cNvSpPr>
          <p:nvPr/>
        </p:nvSpPr>
        <p:spPr>
          <a:xfrm xmlns:a="http://schemas.openxmlformats.org/drawingml/2006/main">
            <a:off x="3000375" y="4057650"/>
            <a:ext cx="8582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Se congela al completar las cuatro parejas.</a:t>
            </a:r>
          </a:p>
        </p:txBody>
      </p:sp>
      <p:sp>
        <p:nvSpPr>
          <p:cNvPr id="11" name="">
            <a:extLst xmlns:a="http://schemas.openxmlformats.org/drawingml/2006/main">
              <a:ext uri="{FF2B5EF4-FFF2-40B4-BE49-F238E27FC236}">
                <a16:creationId xmlns:a16="http://schemas.microsoft.com/office/drawing/2014/main" id="{9BA650B9-B953-46B9-A474-80EDE9EBA3D7}"/>
              </a:ext>
            </a:extLst>
          </p:cNvPr>
          <p:cNvSpPr>
            <a:spLocks xmlns:a="http://schemas.openxmlformats.org/drawingml/2006/main" noGrp="1"/>
          </p:cNvSpPr>
          <p:nvPr/>
        </p:nvSpPr>
        <p:spPr>
          <a:xfrm xmlns:a="http://schemas.openxmlformats.org/drawingml/2006/main">
            <a:off x="609600" y="49434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DFC88E"/>
                </a:solidFill>
                <a:latin typeface="Arial"/>
                <a:ea typeface="Arial"/>
                <a:cs typeface="Arial"/>
              </a:defRPr>
            </a:defPPr>
          </a:lstStyle>
          <a:p xmlns:a="http://schemas.openxmlformats.org/drawingml/2006/main">
            <a:pPr algn="l">
              <a:defRPr sz="2100" b="1">
                <a:solidFill>
                  <a:srgbClr val="DFC88E"/>
                </a:solidFill>
                <a:latin typeface="Arial"/>
                <a:ea typeface="Arial"/>
                <a:cs typeface="Arial"/>
              </a:defRPr>
            </a:pPr>
            <a:r>
              <a:rPr sz="2100" b="1">
                <a:solidFill>
                  <a:srgbClr val="DFC88E"/>
                </a:solidFill>
                <a:latin typeface="Arial"/>
                <a:ea typeface="Arial"/>
                <a:cs typeface="Arial"/>
              </a:rPr>
              <a:t>RÉCORD</a:t>
            </a:r>
          </a:p>
        </p:txBody>
      </p:sp>
      <p:sp>
        <p:nvSpPr>
          <p:cNvPr id="12" name="">
            <a:extLst xmlns:a="http://schemas.openxmlformats.org/drawingml/2006/main">
              <a:ext uri="{FF2B5EF4-FFF2-40B4-BE49-F238E27FC236}">
                <a16:creationId xmlns:a16="http://schemas.microsoft.com/office/drawing/2014/main" id="{D4D8CB6C-9874-47B7-A2CD-EC4F43A2698D}"/>
              </a:ext>
            </a:extLst>
          </p:cNvPr>
          <p:cNvSpPr>
            <a:spLocks xmlns:a="http://schemas.openxmlformats.org/drawingml/2006/main" noGrp="1"/>
          </p:cNvSpPr>
          <p:nvPr/>
        </p:nvSpPr>
        <p:spPr>
          <a:xfrm xmlns:a="http://schemas.openxmlformats.org/drawingml/2006/main">
            <a:off x="3000375" y="4943475"/>
            <a:ext cx="8582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PlayerPrefs conserva únicamente el mejor tiempo.</a:t>
            </a:r>
          </a:p>
        </p:txBody>
      </p:sp>
    </p:spTree>
    <p:extLst>
      <p:ext uri="{BB962C8B-B14F-4D97-AF65-F5344CB8AC3E}">
        <p14:creationId xmlns:p14="http://schemas.microsoft.com/office/powerpoint/2010/main" val="1086559057"/>
      </p:ext>
    </p:extLst>
  </p:cSld>
</p:sld>
</file>

<file path=ppt/slides/slide6.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D83CEB-A890-408B-80B0-1CB0D623D947}"/>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Código fácil de explicar</a:t>
            </a:r>
          </a:p>
        </p:txBody>
      </p:sp>
      <p:sp>
        <p:nvSpPr>
          <p:cNvPr id="2" name="">
            <a:extLst xmlns:a="http://schemas.openxmlformats.org/drawingml/2006/main">
              <a:ext uri="{FF2B5EF4-FFF2-40B4-BE49-F238E27FC236}">
                <a16:creationId xmlns:a16="http://schemas.microsoft.com/office/drawing/2014/main" id="{9BE0E8B0-FFFA-4488-800D-C6A02EE0FC86}"/>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Una escena y tres responsabilidades principales.</a:t>
            </a:r>
          </a:p>
        </p:txBody>
      </p:sp>
      <p:sp>
        <p:nvSpPr>
          <p:cNvPr id="3" name="">
            <a:extLst xmlns:a="http://schemas.openxmlformats.org/drawingml/2006/main">
              <a:ext uri="{FF2B5EF4-FFF2-40B4-BE49-F238E27FC236}">
                <a16:creationId xmlns:a16="http://schemas.microsoft.com/office/drawing/2014/main" id="{A0FEEA1C-1E72-48F6-922E-81F62CA6DEA6}"/>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1EA6D26B-F6DF-4778-A5B0-C646682019A0}"/>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6A6F943-BD52-47FF-B0B8-59F96247813F}"/>
              </a:ext>
            </a:extLst>
          </p:cNvPr>
          <p:cNvSpPr>
            <a:spLocks xmlns:a="http://schemas.openxmlformats.org/drawingml/2006/main" noGrp="1"/>
          </p:cNvSpPr>
          <p:nvPr/>
        </p:nvSpPr>
        <p:spPr>
          <a:xfrm xmlns:a="http://schemas.openxmlformats.org/drawingml/2006/main">
            <a:off x="609600" y="23336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DFC88E"/>
                </a:solidFill>
                <a:latin typeface="Arial"/>
                <a:ea typeface="Arial"/>
                <a:cs typeface="Arial"/>
              </a:defRPr>
            </a:defPPr>
          </a:lstStyle>
          <a:p xmlns:a="http://schemas.openxmlformats.org/drawingml/2006/main">
            <a:pPr algn="l">
              <a:defRPr sz="2550" b="1">
                <a:solidFill>
                  <a:srgbClr val="DFC88E"/>
                </a:solidFill>
                <a:latin typeface="Arial"/>
                <a:ea typeface="Arial"/>
                <a:cs typeface="Arial"/>
              </a:defRPr>
            </a:pPr>
            <a:r>
              <a:rPr sz="2550" b="1">
                <a:solidFill>
                  <a:srgbClr val="DFC88E"/>
                </a:solidFill>
                <a:latin typeface="Arial"/>
                <a:ea typeface="Arial"/>
                <a:cs typeface="Arial"/>
              </a:rPr>
              <a:t>Carta.cs</a:t>
            </a:r>
          </a:p>
        </p:txBody>
      </p:sp>
      <p:sp>
        <p:nvSpPr>
          <p:cNvPr id="6" name="">
            <a:extLst xmlns:a="http://schemas.openxmlformats.org/drawingml/2006/main">
              <a:ext uri="{FF2B5EF4-FFF2-40B4-BE49-F238E27FC236}">
                <a16:creationId xmlns:a16="http://schemas.microsoft.com/office/drawing/2014/main" id="{BF91B1E5-F9EE-46EB-A69E-2E7BC99F7055}"/>
              </a:ext>
            </a:extLst>
          </p:cNvPr>
          <p:cNvSpPr>
            <a:spLocks xmlns:a="http://schemas.openxmlformats.org/drawingml/2006/main" noGrp="1"/>
          </p:cNvSpPr>
          <p:nvPr/>
        </p:nvSpPr>
        <p:spPr>
          <a:xfrm xmlns:a="http://schemas.openxmlformats.org/drawingml/2006/main">
            <a:off x="5334000" y="2333625"/>
            <a:ext cx="624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Identificador, dibujo y estado de cada carta.</a:t>
            </a:r>
          </a:p>
        </p:txBody>
      </p:sp>
      <p:sp>
        <p:nvSpPr>
          <p:cNvPr id="7" name="">
            <a:extLst xmlns:a="http://schemas.openxmlformats.org/drawingml/2006/main">
              <a:ext uri="{FF2B5EF4-FFF2-40B4-BE49-F238E27FC236}">
                <a16:creationId xmlns:a16="http://schemas.microsoft.com/office/drawing/2014/main" id="{E966390C-87BD-42BE-9F04-EA4CCD3D7F59}"/>
              </a:ext>
            </a:extLst>
          </p:cNvPr>
          <p:cNvSpPr>
            <a:spLocks xmlns:a="http://schemas.openxmlformats.org/drawingml/2006/main" noGrp="1"/>
          </p:cNvSpPr>
          <p:nvPr/>
        </p:nvSpPr>
        <p:spPr>
          <a:xfrm xmlns:a="http://schemas.openxmlformats.org/drawingml/2006/main">
            <a:off x="609600" y="3524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DFC88E"/>
                </a:solidFill>
                <a:latin typeface="Arial"/>
                <a:ea typeface="Arial"/>
                <a:cs typeface="Arial"/>
              </a:defRPr>
            </a:defPPr>
          </a:lstStyle>
          <a:p xmlns:a="http://schemas.openxmlformats.org/drawingml/2006/main">
            <a:pPr algn="l">
              <a:defRPr sz="2550" b="1">
                <a:solidFill>
                  <a:srgbClr val="DFC88E"/>
                </a:solidFill>
                <a:latin typeface="Arial"/>
                <a:ea typeface="Arial"/>
                <a:cs typeface="Arial"/>
              </a:defRPr>
            </a:pPr>
            <a:r>
              <a:rPr sz="2550" b="1">
                <a:solidFill>
                  <a:srgbClr val="DFC88E"/>
                </a:solidFill>
                <a:latin typeface="Arial"/>
                <a:ea typeface="Arial"/>
                <a:cs typeface="Arial"/>
              </a:rPr>
              <a:t>JuegoMemoria.cs</a:t>
            </a:r>
          </a:p>
        </p:txBody>
      </p:sp>
      <p:sp>
        <p:nvSpPr>
          <p:cNvPr id="8" name="">
            <a:extLst xmlns:a="http://schemas.openxmlformats.org/drawingml/2006/main">
              <a:ext uri="{FF2B5EF4-FFF2-40B4-BE49-F238E27FC236}">
                <a16:creationId xmlns:a16="http://schemas.microsoft.com/office/drawing/2014/main" id="{4FCFE159-7454-4C56-8049-4F834D5EB33B}"/>
              </a:ext>
            </a:extLst>
          </p:cNvPr>
          <p:cNvSpPr>
            <a:spLocks xmlns:a="http://schemas.openxmlformats.org/drawingml/2006/main" noGrp="1"/>
          </p:cNvSpPr>
          <p:nvPr/>
        </p:nvSpPr>
        <p:spPr>
          <a:xfrm xmlns:a="http://schemas.openxmlformats.org/drawingml/2006/main">
            <a:off x="5334000" y="3524250"/>
            <a:ext cx="624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Parejas, menú, cronómetro, récord y victoria.</a:t>
            </a:r>
          </a:p>
        </p:txBody>
      </p:sp>
      <p:sp>
        <p:nvSpPr>
          <p:cNvPr id="9" name="">
            <a:extLst xmlns:a="http://schemas.openxmlformats.org/drawingml/2006/main">
              <a:ext uri="{FF2B5EF4-FFF2-40B4-BE49-F238E27FC236}">
                <a16:creationId xmlns:a16="http://schemas.microsoft.com/office/drawing/2014/main" id="{2A93BD59-F2FB-4901-A273-A413F5AD62D7}"/>
              </a:ext>
            </a:extLst>
          </p:cNvPr>
          <p:cNvSpPr>
            <a:spLocks xmlns:a="http://schemas.openxmlformats.org/drawingml/2006/main" noGrp="1"/>
          </p:cNvSpPr>
          <p:nvPr/>
        </p:nvSpPr>
        <p:spPr>
          <a:xfrm xmlns:a="http://schemas.openxmlformats.org/drawingml/2006/main">
            <a:off x="609600" y="47148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DFC88E"/>
                </a:solidFill>
                <a:latin typeface="Arial"/>
                <a:ea typeface="Arial"/>
                <a:cs typeface="Arial"/>
              </a:defRPr>
            </a:defPPr>
          </a:lstStyle>
          <a:p xmlns:a="http://schemas.openxmlformats.org/drawingml/2006/main">
            <a:pPr algn="l">
              <a:defRPr sz="2550" b="1">
                <a:solidFill>
                  <a:srgbClr val="DFC88E"/>
                </a:solidFill>
                <a:latin typeface="Arial"/>
                <a:ea typeface="Arial"/>
                <a:cs typeface="Arial"/>
              </a:defRPr>
            </a:pPr>
            <a:r>
              <a:rPr sz="2550" b="1">
                <a:solidFill>
                  <a:srgbClr val="DFC88E"/>
                </a:solidFill>
                <a:latin typeface="Arial"/>
                <a:ea typeface="Arial"/>
                <a:cs typeface="Arial"/>
              </a:rPr>
              <a:t>MostrarTableroAR.cs</a:t>
            </a:r>
          </a:p>
        </p:txBody>
      </p:sp>
      <p:sp>
        <p:nvSpPr>
          <p:cNvPr id="10" name="">
            <a:extLst xmlns:a="http://schemas.openxmlformats.org/drawingml/2006/main">
              <a:ext uri="{FF2B5EF4-FFF2-40B4-BE49-F238E27FC236}">
                <a16:creationId xmlns:a16="http://schemas.microsoft.com/office/drawing/2014/main" id="{A238F987-C525-46FA-A8E4-C4998B61F5FC}"/>
              </a:ext>
            </a:extLst>
          </p:cNvPr>
          <p:cNvSpPr>
            <a:spLocks xmlns:a="http://schemas.openxmlformats.org/drawingml/2006/main" noGrp="1"/>
          </p:cNvSpPr>
          <p:nvPr/>
        </p:nvSpPr>
        <p:spPr>
          <a:xfrm xmlns:a="http://schemas.openxmlformats.org/drawingml/2006/main">
            <a:off x="5334000" y="4714875"/>
            <a:ext cx="6248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F0E9DA"/>
                </a:solidFill>
                <a:latin typeface="Arial"/>
                <a:ea typeface="Arial"/>
                <a:cs typeface="Arial"/>
              </a:defRPr>
            </a:defPPr>
          </a:lstStyle>
          <a:p xmlns:a="http://schemas.openxmlformats.org/drawingml/2006/main">
            <a:pPr algn="l">
              <a:defRPr sz="2250" b="0">
                <a:solidFill>
                  <a:srgbClr val="F0E9DA"/>
                </a:solidFill>
                <a:latin typeface="Arial"/>
                <a:ea typeface="Arial"/>
                <a:cs typeface="Arial"/>
              </a:defRPr>
            </a:pPr>
            <a:r>
              <a:rPr sz="2250" b="0">
                <a:solidFill>
                  <a:srgbClr val="F0E9DA"/>
                </a:solidFill>
                <a:latin typeface="Arial"/>
                <a:ea typeface="Arial"/>
                <a:cs typeface="Arial"/>
              </a:rPr>
              <a:t>Imagen reconocida, posición del tablero y toques.</a:t>
            </a:r>
          </a:p>
        </p:txBody>
      </p:sp>
    </p:spTree>
    <p:extLst>
      <p:ext uri="{BB962C8B-B14F-4D97-AF65-F5344CB8AC3E}">
        <p14:creationId xmlns:p14="http://schemas.microsoft.com/office/powerpoint/2010/main" val="2126510426"/>
      </p:ext>
    </p:extLst>
  </p:cSld>
</p:sld>
</file>

<file path=ppt/slides/slide7.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7EDBFC-9ACD-42C1-AC61-113F7384228D}"/>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Demostración en el stand</a:t>
            </a:r>
          </a:p>
        </p:txBody>
      </p:sp>
      <p:sp>
        <p:nvSpPr>
          <p:cNvPr id="2" name="">
            <a:extLst xmlns:a="http://schemas.openxmlformats.org/drawingml/2006/main">
              <a:ext uri="{FF2B5EF4-FFF2-40B4-BE49-F238E27FC236}">
                <a16:creationId xmlns:a16="http://schemas.microsoft.com/office/drawing/2014/main" id="{56F06A05-1021-40A9-B48D-F9CE715392A3}"/>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Los visitantes juegan por turnos en un celular preparado.</a:t>
            </a:r>
          </a:p>
        </p:txBody>
      </p:sp>
      <p:sp>
        <p:nvSpPr>
          <p:cNvPr id="3" name="">
            <a:extLst xmlns:a="http://schemas.openxmlformats.org/drawingml/2006/main">
              <a:ext uri="{FF2B5EF4-FFF2-40B4-BE49-F238E27FC236}">
                <a16:creationId xmlns:a16="http://schemas.microsoft.com/office/drawing/2014/main" id="{69F0CDA2-7E75-4F23-BFC9-654A5FFB9CDD}"/>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58F66A35-12A0-4215-B234-1CFF63A2B5AA}"/>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7A50369-6180-4408-BC0A-75812354C12F}"/>
              </a:ext>
            </a:extLst>
          </p:cNvPr>
          <p:cNvSpPr>
            <a:spLocks xmlns:a="http://schemas.openxmlformats.org/drawingml/2006/main" noGrp="1"/>
          </p:cNvSpPr>
          <p:nvPr/>
        </p:nvSpPr>
        <p:spPr>
          <a:xfrm xmlns:a="http://schemas.openxmlformats.org/drawingml/2006/main">
            <a:off x="609600" y="2305050"/>
            <a:ext cx="500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DFC88E"/>
                </a:solidFill>
                <a:latin typeface="Arial"/>
                <a:ea typeface="Arial"/>
                <a:cs typeface="Arial"/>
              </a:defRPr>
            </a:defPPr>
          </a:lstStyle>
          <a:p xmlns:a="http://schemas.openxmlformats.org/drawingml/2006/main">
            <a:pPr algn="l">
              <a:defRPr sz="2700" b="1">
                <a:solidFill>
                  <a:srgbClr val="DFC88E"/>
                </a:solidFill>
                <a:latin typeface="Arial"/>
                <a:ea typeface="Arial"/>
                <a:cs typeface="Arial"/>
              </a:defRPr>
            </a:pPr>
            <a:r>
              <a:rPr sz="2700" b="1">
                <a:solidFill>
                  <a:srgbClr val="DFC88E"/>
                </a:solidFill>
                <a:latin typeface="Arial"/>
                <a:ea typeface="Arial"/>
                <a:cs typeface="Arial"/>
              </a:rPr>
              <a:t>Preparación</a:t>
            </a:r>
          </a:p>
        </p:txBody>
      </p:sp>
      <p:sp>
        <p:nvSpPr>
          <p:cNvPr id="6" name="">
            <a:extLst xmlns:a="http://schemas.openxmlformats.org/drawingml/2006/main">
              <a:ext uri="{FF2B5EF4-FFF2-40B4-BE49-F238E27FC236}">
                <a16:creationId xmlns:a16="http://schemas.microsoft.com/office/drawing/2014/main" id="{66A226E8-F152-407A-B8F8-8B8F12C91977}"/>
              </a:ext>
            </a:extLst>
          </p:cNvPr>
          <p:cNvSpPr>
            <a:spLocks xmlns:a="http://schemas.openxmlformats.org/drawingml/2006/main" noGrp="1"/>
          </p:cNvSpPr>
          <p:nvPr/>
        </p:nvSpPr>
        <p:spPr>
          <a:xfrm xmlns:a="http://schemas.openxmlformats.org/drawingml/2006/main">
            <a:off x="609600" y="3019425"/>
            <a:ext cx="5048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E9DA"/>
                </a:solidFill>
                <a:latin typeface="Arial"/>
                <a:ea typeface="Arial"/>
                <a:cs typeface="Arial"/>
              </a:defRPr>
            </a:defPPr>
          </a:lstStyle>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Imagen impresa de 20 × 20 cm.</a:t>
            </a:r>
          </a:p>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Superficie plana y buena luz.</a:t>
            </a:r>
          </a:p>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App y servicios AR preparados.</a:t>
            </a:r>
          </a:p>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Celular cargado y cámara permitida.</a:t>
            </a:r>
          </a:p>
        </p:txBody>
      </p:sp>
      <p:sp>
        <p:nvSpPr>
          <p:cNvPr id="7" name="">
            <a:extLst xmlns:a="http://schemas.openxmlformats.org/drawingml/2006/main">
              <a:ext uri="{FF2B5EF4-FFF2-40B4-BE49-F238E27FC236}">
                <a16:creationId xmlns:a16="http://schemas.microsoft.com/office/drawing/2014/main" id="{BC2AFA5A-25C3-4AE0-93EF-33DB2E0FCB62}"/>
              </a:ext>
            </a:extLst>
          </p:cNvPr>
          <p:cNvSpPr>
            <a:spLocks xmlns:a="http://schemas.openxmlformats.org/drawingml/2006/main" noGrp="1"/>
          </p:cNvSpPr>
          <p:nvPr/>
        </p:nvSpPr>
        <p:spPr>
          <a:xfrm xmlns:a="http://schemas.openxmlformats.org/drawingml/2006/main">
            <a:off x="6477000" y="2305050"/>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DFC88E"/>
                </a:solidFill>
                <a:latin typeface="Arial"/>
                <a:ea typeface="Arial"/>
                <a:cs typeface="Arial"/>
              </a:defRPr>
            </a:defPPr>
          </a:lstStyle>
          <a:p xmlns:a="http://schemas.openxmlformats.org/drawingml/2006/main">
            <a:pPr algn="l">
              <a:defRPr sz="2700" b="1">
                <a:solidFill>
                  <a:srgbClr val="DFC88E"/>
                </a:solidFill>
                <a:latin typeface="Arial"/>
                <a:ea typeface="Arial"/>
                <a:cs typeface="Arial"/>
              </a:defRPr>
            </a:pPr>
            <a:r>
              <a:rPr sz="2700" b="1">
                <a:solidFill>
                  <a:srgbClr val="DFC88E"/>
                </a:solidFill>
                <a:latin typeface="Arial"/>
                <a:ea typeface="Arial"/>
                <a:cs typeface="Arial"/>
              </a:rPr>
              <a:t>Demostración</a:t>
            </a:r>
          </a:p>
        </p:txBody>
      </p:sp>
      <p:sp>
        <p:nvSpPr>
          <p:cNvPr id="8" name="">
            <a:extLst xmlns:a="http://schemas.openxmlformats.org/drawingml/2006/main">
              <a:ext uri="{FF2B5EF4-FFF2-40B4-BE49-F238E27FC236}">
                <a16:creationId xmlns:a16="http://schemas.microsoft.com/office/drawing/2014/main" id="{CE074CD2-EBE7-401F-8C71-F4648167F372}"/>
              </a:ext>
            </a:extLst>
          </p:cNvPr>
          <p:cNvSpPr>
            <a:spLocks xmlns:a="http://schemas.openxmlformats.org/drawingml/2006/main" noGrp="1"/>
          </p:cNvSpPr>
          <p:nvPr/>
        </p:nvSpPr>
        <p:spPr>
          <a:xfrm xmlns:a="http://schemas.openxmlformats.org/drawingml/2006/main">
            <a:off x="6477000" y="3019425"/>
            <a:ext cx="51054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E9DA"/>
                </a:solidFill>
                <a:latin typeface="Arial"/>
                <a:ea typeface="Arial"/>
                <a:cs typeface="Arial"/>
              </a:defRPr>
            </a:defPPr>
          </a:lstStyle>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Mostrar un intento fallido.</a:t>
            </a:r>
          </a:p>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Encontrar las cuatro parejas.</a:t>
            </a:r>
          </a:p>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Comparar el tiempo con el récord.</a:t>
            </a:r>
          </a:p>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Abrir Acerca de y presentar al grupo.</a:t>
            </a:r>
          </a:p>
        </p:txBody>
      </p:sp>
      <p:sp>
        <p:nvSpPr>
          <p:cNvPr id="9" name="">
            <a:extLst xmlns:a="http://schemas.openxmlformats.org/drawingml/2006/main">
              <a:ext uri="{FF2B5EF4-FFF2-40B4-BE49-F238E27FC236}">
                <a16:creationId xmlns:a16="http://schemas.microsoft.com/office/drawing/2014/main" id="{88ED4AFB-9051-4E89-8F4D-F37203EA1774}"/>
              </a:ext>
            </a:extLst>
          </p:cNvPr>
          <p:cNvSpPr>
            <a:spLocks xmlns:a="http://schemas.openxmlformats.org/drawingml/2006/main" noGrp="1"/>
          </p:cNvSpPr>
          <p:nvPr/>
        </p:nvSpPr>
        <p:spPr>
          <a:xfrm xmlns:a="http://schemas.openxmlformats.org/drawingml/2006/main">
            <a:off x="609600" y="58388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BDB7C9"/>
                </a:solidFill>
                <a:latin typeface="Arial"/>
                <a:ea typeface="Arial"/>
                <a:cs typeface="Arial"/>
              </a:defRPr>
            </a:defPPr>
          </a:lstStyle>
          <a:p xmlns:a="http://schemas.openxmlformats.org/drawingml/2006/main">
            <a:pPr algn="l">
              <a:defRPr sz="2025" b="0">
                <a:solidFill>
                  <a:srgbClr val="BDB7C9"/>
                </a:solidFill>
                <a:latin typeface="Arial"/>
                <a:ea typeface="Arial"/>
                <a:cs typeface="Arial"/>
              </a:defRPr>
            </a:pPr>
            <a:r>
              <a:rPr sz="2025" b="0">
                <a:solidFill>
                  <a:srgbClr val="BDB7C9"/>
                </a:solidFill>
                <a:latin typeface="Arial"/>
                <a:ea typeface="Arial"/>
                <a:cs typeface="Arial"/>
              </a:rPr>
              <a:t>La app corre en el celular. El USB permite instalarla y cargarlo.</a:t>
            </a:r>
          </a:p>
        </p:txBody>
      </p:sp>
    </p:spTree>
    <p:extLst>
      <p:ext uri="{BB962C8B-B14F-4D97-AF65-F5344CB8AC3E}">
        <p14:creationId xmlns:p14="http://schemas.microsoft.com/office/powerpoint/2010/main" val="539740732"/>
      </p:ext>
    </p:extLst>
  </p:cSld>
</p:sld>
</file>

<file path=ppt/slides/slide8.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67EB12F-632B-47A0-AC83-743697BDF1DA}"/>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Nuestro grupo</a:t>
            </a:r>
          </a:p>
        </p:txBody>
      </p:sp>
      <p:sp>
        <p:nvSpPr>
          <p:cNvPr id="2" name="">
            <a:extLst xmlns:a="http://schemas.openxmlformats.org/drawingml/2006/main">
              <a:ext uri="{FF2B5EF4-FFF2-40B4-BE49-F238E27FC236}">
                <a16:creationId xmlns:a16="http://schemas.microsoft.com/office/drawing/2014/main" id="{FBB010A3-9B81-4201-8B20-19A5F24E4D1C}"/>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Ingeniería de Sistemas · UNIFRANZ, Sede La Paz</a:t>
            </a:r>
          </a:p>
        </p:txBody>
      </p:sp>
      <p:sp>
        <p:nvSpPr>
          <p:cNvPr id="3" name="">
            <a:extLst xmlns:a="http://schemas.openxmlformats.org/drawingml/2006/main">
              <a:ext uri="{FF2B5EF4-FFF2-40B4-BE49-F238E27FC236}">
                <a16:creationId xmlns:a16="http://schemas.microsoft.com/office/drawing/2014/main" id="{0594F736-C8DB-4A9D-9BA4-7A1692F47973}"/>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2626452A-CAD5-4DE1-AC6D-61318F055D8F}"/>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04E01EDD-12A8-4FE9-8D18-3030C6CF2CBE}"/>
              </a:ext>
            </a:extLst>
          </p:cNvPr>
          <p:cNvSpPr>
            <a:spLocks xmlns:a="http://schemas.openxmlformats.org/drawingml/2006/main" noGrp="1"/>
          </p:cNvSpPr>
          <p:nvPr/>
        </p:nvSpPr>
        <p:spPr>
          <a:xfrm xmlns:a="http://schemas.openxmlformats.org/drawingml/2006/main">
            <a:off x="609600" y="2219325"/>
            <a:ext cx="776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0E9DA"/>
                </a:solidFill>
                <a:latin typeface="Arial"/>
                <a:ea typeface="Arial"/>
                <a:cs typeface="Arial"/>
              </a:defRPr>
            </a:defPPr>
          </a:lstStyle>
          <a:p xmlns:a="http://schemas.openxmlformats.org/drawingml/2006/main">
            <a:pPr algn="l">
              <a:defRPr sz="2175" b="1">
                <a:solidFill>
                  <a:srgbClr val="F0E9DA"/>
                </a:solidFill>
                <a:latin typeface="Arial"/>
                <a:ea typeface="Arial"/>
                <a:cs typeface="Arial"/>
              </a:defRPr>
            </a:pPr>
            <a:r>
              <a:rPr sz="2175" b="1">
                <a:solidFill>
                  <a:srgbClr val="F0E9DA"/>
                </a:solidFill>
                <a:latin typeface="Arial"/>
                <a:ea typeface="Arial"/>
                <a:cs typeface="Arial"/>
              </a:rPr>
              <a:t>Cristopher Iori Lazcano Gutierrez</a:t>
            </a:r>
          </a:p>
        </p:txBody>
      </p:sp>
      <p:sp>
        <p:nvSpPr>
          <p:cNvPr id="6" name="">
            <a:extLst xmlns:a="http://schemas.openxmlformats.org/drawingml/2006/main">
              <a:ext uri="{FF2B5EF4-FFF2-40B4-BE49-F238E27FC236}">
                <a16:creationId xmlns:a16="http://schemas.microsoft.com/office/drawing/2014/main" id="{3FA6A419-ECB2-472B-9840-10A8FFF85403}"/>
              </a:ext>
            </a:extLst>
          </p:cNvPr>
          <p:cNvSpPr>
            <a:spLocks xmlns:a="http://schemas.openxmlformats.org/drawingml/2006/main" noGrp="1"/>
          </p:cNvSpPr>
          <p:nvPr/>
        </p:nvSpPr>
        <p:spPr>
          <a:xfrm xmlns:a="http://schemas.openxmlformats.org/drawingml/2006/main">
            <a:off x="8534400" y="2219325"/>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BDB7C9"/>
                </a:solidFill>
                <a:latin typeface="Arial"/>
                <a:ea typeface="Arial"/>
                <a:cs typeface="Arial"/>
              </a:defRPr>
            </a:defPPr>
          </a:lstStyle>
          <a:p xmlns:a="http://schemas.openxmlformats.org/drawingml/2006/main">
            <a:pPr algn="l">
              <a:defRPr sz="1875" b="0">
                <a:solidFill>
                  <a:srgbClr val="BDB7C9"/>
                </a:solidFill>
                <a:latin typeface="Arial"/>
                <a:ea typeface="Arial"/>
                <a:cs typeface="Arial"/>
              </a:defRPr>
            </a:pPr>
            <a:r>
              <a:rPr sz="1875" b="0">
                <a:solidFill>
                  <a:srgbClr val="BDB7C9"/>
                </a:solidFill>
                <a:latin typeface="Arial"/>
                <a:ea typeface="Arial"/>
                <a:cs typeface="Arial"/>
              </a:rPr>
              <a:t>Programación y coordinación</a:t>
            </a:r>
          </a:p>
        </p:txBody>
      </p:sp>
      <p:sp>
        <p:nvSpPr>
          <p:cNvPr id="7" name="">
            <a:extLst xmlns:a="http://schemas.openxmlformats.org/drawingml/2006/main">
              <a:ext uri="{FF2B5EF4-FFF2-40B4-BE49-F238E27FC236}">
                <a16:creationId xmlns:a16="http://schemas.microsoft.com/office/drawing/2014/main" id="{74283C51-DE52-463A-BF3D-4CED5EE61356}"/>
              </a:ext>
            </a:extLst>
          </p:cNvPr>
          <p:cNvSpPr>
            <a:spLocks xmlns:a="http://schemas.openxmlformats.org/drawingml/2006/main" noGrp="1"/>
          </p:cNvSpPr>
          <p:nvPr/>
        </p:nvSpPr>
        <p:spPr>
          <a:xfrm xmlns:a="http://schemas.openxmlformats.org/drawingml/2006/main">
            <a:off x="609600" y="3028950"/>
            <a:ext cx="776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0E9DA"/>
                </a:solidFill>
                <a:latin typeface="Arial"/>
                <a:ea typeface="Arial"/>
                <a:cs typeface="Arial"/>
              </a:defRPr>
            </a:defPPr>
          </a:lstStyle>
          <a:p xmlns:a="http://schemas.openxmlformats.org/drawingml/2006/main">
            <a:pPr algn="l">
              <a:defRPr sz="2175" b="1">
                <a:solidFill>
                  <a:srgbClr val="F0E9DA"/>
                </a:solidFill>
                <a:latin typeface="Arial"/>
                <a:ea typeface="Arial"/>
                <a:cs typeface="Arial"/>
              </a:defRPr>
            </a:pPr>
            <a:r>
              <a:rPr sz="2175" b="1">
                <a:solidFill>
                  <a:srgbClr val="F0E9DA"/>
                </a:solidFill>
                <a:latin typeface="Arial"/>
                <a:ea typeface="Arial"/>
                <a:cs typeface="Arial"/>
              </a:rPr>
              <a:t>Alejandro Villalpando Rojas</a:t>
            </a:r>
          </a:p>
        </p:txBody>
      </p:sp>
      <p:sp>
        <p:nvSpPr>
          <p:cNvPr id="8" name="">
            <a:extLst xmlns:a="http://schemas.openxmlformats.org/drawingml/2006/main">
              <a:ext uri="{FF2B5EF4-FFF2-40B4-BE49-F238E27FC236}">
                <a16:creationId xmlns:a16="http://schemas.microsoft.com/office/drawing/2014/main" id="{9E80FE75-614F-4088-A8F3-C72E20A9B349}"/>
              </a:ext>
            </a:extLst>
          </p:cNvPr>
          <p:cNvSpPr>
            <a:spLocks xmlns:a="http://schemas.openxmlformats.org/drawingml/2006/main" noGrp="1"/>
          </p:cNvSpPr>
          <p:nvPr/>
        </p:nvSpPr>
        <p:spPr>
          <a:xfrm xmlns:a="http://schemas.openxmlformats.org/drawingml/2006/main">
            <a:off x="8534400" y="302895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BDB7C9"/>
                </a:solidFill>
                <a:latin typeface="Arial"/>
                <a:ea typeface="Arial"/>
                <a:cs typeface="Arial"/>
              </a:defRPr>
            </a:defPPr>
          </a:lstStyle>
          <a:p xmlns:a="http://schemas.openxmlformats.org/drawingml/2006/main">
            <a:pPr algn="l">
              <a:defRPr sz="1875" b="0">
                <a:solidFill>
                  <a:srgbClr val="BDB7C9"/>
                </a:solidFill>
                <a:latin typeface="Arial"/>
                <a:ea typeface="Arial"/>
                <a:cs typeface="Arial"/>
              </a:defRPr>
            </a:pPr>
            <a:r>
              <a:rPr sz="1875" b="0">
                <a:solidFill>
                  <a:srgbClr val="BDB7C9"/>
                </a:solidFill>
                <a:latin typeface="Arial"/>
                <a:ea typeface="Arial"/>
                <a:cs typeface="Arial"/>
              </a:rPr>
              <a:t>Arte e interfaz</a:t>
            </a:r>
          </a:p>
        </p:txBody>
      </p:sp>
      <p:sp>
        <p:nvSpPr>
          <p:cNvPr id="9" name="">
            <a:extLst xmlns:a="http://schemas.openxmlformats.org/drawingml/2006/main">
              <a:ext uri="{FF2B5EF4-FFF2-40B4-BE49-F238E27FC236}">
                <a16:creationId xmlns:a16="http://schemas.microsoft.com/office/drawing/2014/main" id="{D952434C-6563-4031-913C-FCE85A646F13}"/>
              </a:ext>
            </a:extLst>
          </p:cNvPr>
          <p:cNvSpPr>
            <a:spLocks xmlns:a="http://schemas.openxmlformats.org/drawingml/2006/main" noGrp="1"/>
          </p:cNvSpPr>
          <p:nvPr/>
        </p:nvSpPr>
        <p:spPr>
          <a:xfrm xmlns:a="http://schemas.openxmlformats.org/drawingml/2006/main">
            <a:off x="609600" y="3838575"/>
            <a:ext cx="776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0E9DA"/>
                </a:solidFill>
                <a:latin typeface="Arial"/>
                <a:ea typeface="Arial"/>
                <a:cs typeface="Arial"/>
              </a:defRPr>
            </a:defPPr>
          </a:lstStyle>
          <a:p xmlns:a="http://schemas.openxmlformats.org/drawingml/2006/main">
            <a:pPr algn="l">
              <a:defRPr sz="2175" b="1">
                <a:solidFill>
                  <a:srgbClr val="F0E9DA"/>
                </a:solidFill>
                <a:latin typeface="Arial"/>
                <a:ea typeface="Arial"/>
                <a:cs typeface="Arial"/>
              </a:defRPr>
            </a:pPr>
            <a:r>
              <a:rPr sz="2175" b="1">
                <a:solidFill>
                  <a:srgbClr val="F0E9DA"/>
                </a:solidFill>
                <a:latin typeface="Arial"/>
                <a:ea typeface="Arial"/>
                <a:cs typeface="Arial"/>
              </a:rPr>
              <a:t>Galilea Alison Llusco Asistiri</a:t>
            </a:r>
          </a:p>
        </p:txBody>
      </p:sp>
      <p:sp>
        <p:nvSpPr>
          <p:cNvPr id="10" name="">
            <a:extLst xmlns:a="http://schemas.openxmlformats.org/drawingml/2006/main">
              <a:ext uri="{FF2B5EF4-FFF2-40B4-BE49-F238E27FC236}">
                <a16:creationId xmlns:a16="http://schemas.microsoft.com/office/drawing/2014/main" id="{CFF62ABA-6038-4DDF-A7EA-D40FC7E88223}"/>
              </a:ext>
            </a:extLst>
          </p:cNvPr>
          <p:cNvSpPr>
            <a:spLocks xmlns:a="http://schemas.openxmlformats.org/drawingml/2006/main" noGrp="1"/>
          </p:cNvSpPr>
          <p:nvPr/>
        </p:nvSpPr>
        <p:spPr>
          <a:xfrm xmlns:a="http://schemas.openxmlformats.org/drawingml/2006/main">
            <a:off x="8534400" y="3838575"/>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BDB7C9"/>
                </a:solidFill>
                <a:latin typeface="Arial"/>
                <a:ea typeface="Arial"/>
                <a:cs typeface="Arial"/>
              </a:defRPr>
            </a:defPPr>
          </a:lstStyle>
          <a:p xmlns:a="http://schemas.openxmlformats.org/drawingml/2006/main">
            <a:pPr algn="l">
              <a:defRPr sz="1875" b="0">
                <a:solidFill>
                  <a:srgbClr val="BDB7C9"/>
                </a:solidFill>
                <a:latin typeface="Arial"/>
                <a:ea typeface="Arial"/>
                <a:cs typeface="Arial"/>
              </a:defRPr>
            </a:pPr>
            <a:r>
              <a:rPr sz="1875" b="0">
                <a:solidFill>
                  <a:srgbClr val="BDB7C9"/>
                </a:solidFill>
                <a:latin typeface="Arial"/>
                <a:ea typeface="Arial"/>
                <a:cs typeface="Arial"/>
              </a:rPr>
              <a:t>Documentación y presentación</a:t>
            </a:r>
          </a:p>
        </p:txBody>
      </p:sp>
      <p:sp>
        <p:nvSpPr>
          <p:cNvPr id="11" name="">
            <a:extLst xmlns:a="http://schemas.openxmlformats.org/drawingml/2006/main">
              <a:ext uri="{FF2B5EF4-FFF2-40B4-BE49-F238E27FC236}">
                <a16:creationId xmlns:a16="http://schemas.microsoft.com/office/drawing/2014/main" id="{DA5C10B4-72CF-434C-8403-E0856670A686}"/>
              </a:ext>
            </a:extLst>
          </p:cNvPr>
          <p:cNvSpPr>
            <a:spLocks xmlns:a="http://schemas.openxmlformats.org/drawingml/2006/main" noGrp="1"/>
          </p:cNvSpPr>
          <p:nvPr/>
        </p:nvSpPr>
        <p:spPr>
          <a:xfrm xmlns:a="http://schemas.openxmlformats.org/drawingml/2006/main">
            <a:off x="609600" y="4648200"/>
            <a:ext cx="776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0E9DA"/>
                </a:solidFill>
                <a:latin typeface="Arial"/>
                <a:ea typeface="Arial"/>
                <a:cs typeface="Arial"/>
              </a:defRPr>
            </a:defPPr>
          </a:lstStyle>
          <a:p xmlns:a="http://schemas.openxmlformats.org/drawingml/2006/main">
            <a:pPr algn="l">
              <a:defRPr sz="2175" b="1">
                <a:solidFill>
                  <a:srgbClr val="F0E9DA"/>
                </a:solidFill>
                <a:latin typeface="Arial"/>
                <a:ea typeface="Arial"/>
                <a:cs typeface="Arial"/>
              </a:defRPr>
            </a:pPr>
            <a:r>
              <a:rPr sz="2175" b="1">
                <a:solidFill>
                  <a:srgbClr val="F0E9DA"/>
                </a:solidFill>
                <a:latin typeface="Arial"/>
                <a:ea typeface="Arial"/>
                <a:cs typeface="Arial"/>
              </a:rPr>
              <a:t>Alex Joel Quispe Ticona</a:t>
            </a:r>
          </a:p>
        </p:txBody>
      </p:sp>
      <p:sp>
        <p:nvSpPr>
          <p:cNvPr id="12" name="">
            <a:extLst xmlns:a="http://schemas.openxmlformats.org/drawingml/2006/main">
              <a:ext uri="{FF2B5EF4-FFF2-40B4-BE49-F238E27FC236}">
                <a16:creationId xmlns:a16="http://schemas.microsoft.com/office/drawing/2014/main" id="{EF1E8539-5A00-4BF3-8EC1-DFAA8DF5F961}"/>
              </a:ext>
            </a:extLst>
          </p:cNvPr>
          <p:cNvSpPr>
            <a:spLocks xmlns:a="http://schemas.openxmlformats.org/drawingml/2006/main" noGrp="1"/>
          </p:cNvSpPr>
          <p:nvPr/>
        </p:nvSpPr>
        <p:spPr>
          <a:xfrm xmlns:a="http://schemas.openxmlformats.org/drawingml/2006/main">
            <a:off x="8534400" y="46482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BDB7C9"/>
                </a:solidFill>
                <a:latin typeface="Arial"/>
                <a:ea typeface="Arial"/>
                <a:cs typeface="Arial"/>
              </a:defRPr>
            </a:defPPr>
          </a:lstStyle>
          <a:p xmlns:a="http://schemas.openxmlformats.org/drawingml/2006/main">
            <a:pPr algn="l">
              <a:defRPr sz="1875" b="0">
                <a:solidFill>
                  <a:srgbClr val="BDB7C9"/>
                </a:solidFill>
                <a:latin typeface="Arial"/>
                <a:ea typeface="Arial"/>
                <a:cs typeface="Arial"/>
              </a:defRPr>
            </a:pPr>
            <a:r>
              <a:rPr sz="1875" b="0">
                <a:solidFill>
                  <a:srgbClr val="BDB7C9"/>
                </a:solidFill>
                <a:latin typeface="Arial"/>
                <a:ea typeface="Arial"/>
                <a:cs typeface="Arial"/>
              </a:rPr>
              <a:t>Pruebas en Android y AR</a:t>
            </a:r>
          </a:p>
        </p:txBody>
      </p:sp>
      <p:sp>
        <p:nvSpPr>
          <p:cNvPr id="13" name="">
            <a:extLst xmlns:a="http://schemas.openxmlformats.org/drawingml/2006/main">
              <a:ext uri="{FF2B5EF4-FFF2-40B4-BE49-F238E27FC236}">
                <a16:creationId xmlns:a16="http://schemas.microsoft.com/office/drawing/2014/main" id="{ED44CEBB-2778-49FB-A42B-B19ED1352A8E}"/>
              </a:ext>
            </a:extLst>
          </p:cNvPr>
          <p:cNvSpPr>
            <a:spLocks xmlns:a="http://schemas.openxmlformats.org/drawingml/2006/main" noGrp="1"/>
          </p:cNvSpPr>
          <p:nvPr/>
        </p:nvSpPr>
        <p:spPr>
          <a:xfrm xmlns:a="http://schemas.openxmlformats.org/drawingml/2006/main">
            <a:off x="609600" y="5429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DFC88E"/>
                </a:solidFill>
                <a:latin typeface="Arial"/>
                <a:ea typeface="Arial"/>
                <a:cs typeface="Arial"/>
              </a:defRPr>
            </a:defPPr>
          </a:lstStyle>
          <a:p xmlns:a="http://schemas.openxmlformats.org/drawingml/2006/main">
            <a:pPr algn="l">
              <a:defRPr sz="1875" b="0">
                <a:solidFill>
                  <a:srgbClr val="DFC88E"/>
                </a:solidFill>
                <a:latin typeface="Arial"/>
                <a:ea typeface="Arial"/>
                <a:cs typeface="Arial"/>
              </a:defRPr>
            </a:pPr>
            <a:r>
              <a:rPr sz="1875" b="0">
                <a:solidFill>
                  <a:srgbClr val="DFC88E"/>
                </a:solidFill>
                <a:latin typeface="Arial"/>
                <a:ea typeface="Arial"/>
                <a:cs typeface="Arial"/>
              </a:rPr>
              <a:t>Carrera: Ingeniería de Sistemas</a:t>
            </a:r>
          </a:p>
          <a:p xmlns:a="http://schemas.openxmlformats.org/drawingml/2006/main">
            <a:pPr algn="l">
              <a:defRPr sz="1875" b="0">
                <a:solidFill>
                  <a:srgbClr val="DFC88E"/>
                </a:solidFill>
                <a:latin typeface="Arial"/>
                <a:ea typeface="Arial"/>
                <a:cs typeface="Arial"/>
              </a:defRPr>
            </a:pPr>
            <a:r>
              <a:rPr sz="1875" b="0">
                <a:solidFill>
                  <a:srgbClr val="DFC88E"/>
                </a:solidFill>
                <a:latin typeface="Arial"/>
                <a:ea typeface="Arial"/>
                <a:cs typeface="Arial"/>
              </a:rPr>
              <a:t>Universidad: Universidad Privada Franz Tamayo</a:t>
            </a:r>
          </a:p>
          <a:p xmlns:a="http://schemas.openxmlformats.org/drawingml/2006/main">
            <a:pPr algn="l">
              <a:defRPr sz="1875" b="0">
                <a:solidFill>
                  <a:srgbClr val="DFC88E"/>
                </a:solidFill>
                <a:latin typeface="Arial"/>
                <a:ea typeface="Arial"/>
                <a:cs typeface="Arial"/>
              </a:defRPr>
            </a:pPr>
            <a:r>
              <a:rPr sz="1875" b="0">
                <a:solidFill>
                  <a:srgbClr val="DFC88E"/>
                </a:solidFill>
                <a:latin typeface="Arial"/>
                <a:ea typeface="Arial"/>
                <a:cs typeface="Arial"/>
              </a:rPr>
              <a:t>UNIFRANZ - Sede La Paz, Bolivia</a:t>
            </a:r>
          </a:p>
        </p:txBody>
      </p:sp>
    </p:spTree>
    <p:extLst>
      <p:ext uri="{BB962C8B-B14F-4D97-AF65-F5344CB8AC3E}">
        <p14:creationId xmlns:p14="http://schemas.microsoft.com/office/powerpoint/2010/main" val="404564876"/>
      </p:ext>
    </p:extLst>
  </p:cSld>
</p:sld>
</file>

<file path=ppt/slides/slide9.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5D53B0-6FE1-46AE-BF9E-2EC030CC3F12}"/>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Prueba en el celular</a:t>
            </a:r>
          </a:p>
        </p:txBody>
      </p:sp>
      <p:sp>
        <p:nvSpPr>
          <p:cNvPr id="2" name="">
            <a:extLst xmlns:a="http://schemas.openxmlformats.org/drawingml/2006/main">
              <a:ext uri="{FF2B5EF4-FFF2-40B4-BE49-F238E27FC236}">
                <a16:creationId xmlns:a16="http://schemas.microsoft.com/office/drawing/2014/main" id="{18047D50-38D8-4C32-81DA-3678CE0CC5FE}"/>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Samsung Galaxy A56 SM-A566E con Android 16.</a:t>
            </a:r>
          </a:p>
        </p:txBody>
      </p:sp>
      <p:sp>
        <p:nvSpPr>
          <p:cNvPr id="3" name="">
            <a:extLst xmlns:a="http://schemas.openxmlformats.org/drawingml/2006/main">
              <a:ext uri="{FF2B5EF4-FFF2-40B4-BE49-F238E27FC236}">
                <a16:creationId xmlns:a16="http://schemas.microsoft.com/office/drawing/2014/main" id="{EDEC9E95-DF2B-473C-8253-1B1FEE8B97F1}"/>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6658308F-93AB-4A5B-9534-AF68638B7360}"/>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455A7EF-51C1-4388-9AC9-69ABB99ABC03}"/>
              </a:ext>
            </a:extLst>
          </p:cNvPr>
          <p:cNvSpPr>
            <a:spLocks xmlns:a="http://schemas.openxmlformats.org/drawingml/2006/main" noGrp="1"/>
          </p:cNvSpPr>
          <p:nvPr/>
        </p:nvSpPr>
        <p:spPr>
          <a:xfrm xmlns:a="http://schemas.openxmlformats.org/drawingml/2006/main">
            <a:off x="609600" y="2238375"/>
            <a:ext cx="733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00" b="1">
                <a:solidFill>
                  <a:srgbClr val="DFC88E"/>
                </a:solidFill>
                <a:latin typeface="Arial"/>
                <a:ea typeface="Arial"/>
                <a:cs typeface="Arial"/>
              </a:defRPr>
            </a:defPPr>
          </a:lstStyle>
          <a:p xmlns:a="http://schemas.openxmlformats.org/drawingml/2006/main">
            <a:pPr algn="l">
              <a:defRPr sz="5700" b="1">
                <a:solidFill>
                  <a:srgbClr val="DFC88E"/>
                </a:solidFill>
                <a:latin typeface="Arial"/>
                <a:ea typeface="Arial"/>
                <a:cs typeface="Arial"/>
              </a:defRPr>
            </a:pPr>
            <a:r>
              <a:rPr sz="5700" b="1">
                <a:solidFill>
                  <a:srgbClr val="DFC88E"/>
                </a:solidFill>
                <a:latin typeface="Arial"/>
                <a:ea typeface="Arial"/>
                <a:cs typeface="Arial"/>
              </a:rPr>
              <a:t>00:22.03</a:t>
            </a:r>
          </a:p>
        </p:txBody>
      </p:sp>
      <p:sp>
        <p:nvSpPr>
          <p:cNvPr id="6" name="">
            <a:extLst xmlns:a="http://schemas.openxmlformats.org/drawingml/2006/main">
              <a:ext uri="{FF2B5EF4-FFF2-40B4-BE49-F238E27FC236}">
                <a16:creationId xmlns:a16="http://schemas.microsoft.com/office/drawing/2014/main" id="{0D6BA9B5-8893-481F-8812-C80118A7F3A7}"/>
              </a:ext>
            </a:extLst>
          </p:cNvPr>
          <p:cNvSpPr>
            <a:spLocks xmlns:a="http://schemas.openxmlformats.org/drawingml/2006/main" noGrp="1"/>
          </p:cNvSpPr>
          <p:nvPr/>
        </p:nvSpPr>
        <p:spPr>
          <a:xfrm xmlns:a="http://schemas.openxmlformats.org/drawingml/2006/main">
            <a:off x="609600" y="3562350"/>
            <a:ext cx="7715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F0E9DA"/>
                </a:solidFill>
                <a:latin typeface="Arial"/>
                <a:ea typeface="Arial"/>
                <a:cs typeface="Arial"/>
              </a:defRPr>
            </a:defPPr>
          </a:lstStyle>
          <a:p xmlns:a="http://schemas.openxmlformats.org/drawingml/2006/main">
            <a:pPr algn="l">
              <a:defRPr sz="2400" b="0">
                <a:solidFill>
                  <a:srgbClr val="F0E9DA"/>
                </a:solidFill>
                <a:latin typeface="Arial"/>
                <a:ea typeface="Arial"/>
                <a:cs typeface="Arial"/>
              </a:defRPr>
            </a:pPr>
            <a:r>
              <a:rPr sz="2400" b="0">
                <a:solidFill>
                  <a:srgbClr val="F0E9DA"/>
                </a:solidFill>
                <a:latin typeface="Arial"/>
                <a:ea typeface="Arial"/>
                <a:cs typeface="Arial"/>
              </a:rPr>
              <a:t>Cuatro parejas y victoria registradas.</a:t>
            </a:r>
          </a:p>
          <a:p xmlns:a="http://schemas.openxmlformats.org/drawingml/2006/main">
            <a:pPr algn="l">
              <a:defRPr sz="2400" b="0">
                <a:solidFill>
                  <a:srgbClr val="F0E9DA"/>
                </a:solidFill>
                <a:latin typeface="Arial"/>
                <a:ea typeface="Arial"/>
                <a:cs typeface="Arial"/>
              </a:defRPr>
            </a:pPr>
            <a:r>
              <a:rPr sz="2400" b="0">
                <a:solidFill>
                  <a:srgbClr val="F0E9DA"/>
                </a:solidFill>
                <a:latin typeface="Arial"/>
                <a:ea typeface="Arial"/>
                <a:cs typeface="Arial"/>
              </a:rPr>
              <a:t>Seguimiento perdido y recuperado.</a:t>
            </a:r>
          </a:p>
          <a:p xmlns:a="http://schemas.openxmlformats.org/drawingml/2006/main">
            <a:pPr algn="l">
              <a:defRPr sz="2400" b="0">
                <a:solidFill>
                  <a:srgbClr val="F0E9DA"/>
                </a:solidFill>
                <a:latin typeface="Arial"/>
                <a:ea typeface="Arial"/>
                <a:cs typeface="Arial"/>
              </a:defRPr>
            </a:pPr>
            <a:r>
              <a:rPr sz="2400" b="0">
                <a:solidFill>
                  <a:srgbClr val="F0E9DA"/>
                </a:solidFill>
                <a:latin typeface="Arial"/>
                <a:ea typeface="Arial"/>
                <a:cs typeface="Arial"/>
              </a:rPr>
              <a:t>Récord conservado al reabrir la app.</a:t>
            </a:r>
          </a:p>
        </p:txBody>
      </p:sp>
      <p:sp>
        <p:nvSpPr>
          <p:cNvPr id="7" name="">
            <a:extLst xmlns:a="http://schemas.openxmlformats.org/drawingml/2006/main">
              <a:ext uri="{FF2B5EF4-FFF2-40B4-BE49-F238E27FC236}">
                <a16:creationId xmlns:a16="http://schemas.microsoft.com/office/drawing/2014/main" id="{78EEB3E2-8FE1-4B4D-AE5C-0E0BAA86E9E8}"/>
              </a:ext>
            </a:extLst>
          </p:cNvPr>
          <p:cNvSpPr>
            <a:spLocks xmlns:a="http://schemas.openxmlformats.org/drawingml/2006/main" noGrp="1"/>
          </p:cNvSpPr>
          <p:nvPr/>
        </p:nvSpPr>
        <p:spPr>
          <a:xfrm xmlns:a="http://schemas.openxmlformats.org/drawingml/2006/main">
            <a:off x="609600" y="5457825"/>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Versión 0.2.1 con los cuatro integrantes.</a:t>
            </a:r>
          </a:p>
        </p:txBody>
      </p:sp>
      <p:pic>
        <p:nvPicPr>
          <p:cNvPr id="8" name="">
            <a:extLst xmlns:a="http://schemas.openxmlformats.org/drawingml/2006/main">
              <a:ext uri="{FF2B5EF4-FFF2-40B4-BE49-F238E27FC236}">
                <a16:creationId xmlns:a16="http://schemas.microsoft.com/office/drawing/2014/main" id="{FBBA0015-4115-4C28-846B-9B0DC1A2C025}"/>
              </a:ext>
            </a:extLst>
          </p:cNvPr>
          <p:cNvPicPr>
            <a:picLocks xmlns:a="http://schemas.openxmlformats.org/drawingml/2006/main" noChangeAspect="1"/>
          </p:cNvPicPr>
          <p:nvPr/>
        </p:nvPicPr>
        <p:blipFill>
          <a:blip xmlns:r="http://schemas.openxmlformats.org/officeDocument/2006/relationships" xmlns:a="http://schemas.openxmlformats.org/drawingml/2006/main" r:embed="R95af985020944915"/>
          <a:stretch xmlns:a="http://schemas.openxmlformats.org/drawingml/2006/main"/>
        </p:blipFill>
        <p:spPr>
          <a:xfrm xmlns:a="http://schemas.openxmlformats.org/drawingml/2006/main">
            <a:off x="9396779" y="2009775"/>
            <a:ext cx="1894742" cy="4105275"/>
          </a:xfrm>
          <a:prstGeom xmlns:a="http://schemas.openxmlformats.org/drawingml/2006/main" prst="rect">
            <a:avLst/>
          </a:prstGeom>
        </p:spPr>
      </p:pic>
    </p:spTree>
    <p:extLst>
      <p:ext uri="{BB962C8B-B14F-4D97-AF65-F5344CB8AC3E}">
        <p14:creationId xmlns:p14="http://schemas.microsoft.com/office/powerpoint/2010/main" val="275127120"/>
      </p:ext>
    </p:extLst>
  </p:cSld>
</p:sld>
</file>

<file path=ppt/slides/slide10.xml><?xml version="1.0" encoding="utf-8"?>
<p:sld xmlns:p="http://schemas.openxmlformats.org/presentationml/2006/main">
  <p:cSld>
    <p:bg>
      <p:bgPr>
        <a:solidFill xmlns:a="http://schemas.openxmlformats.org/drawingml/2006/main">
          <a:srgbClr val="15131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DEECDF-3CF7-4D88-A2C9-B89DC76A7826}"/>
              </a:ext>
            </a:extLst>
          </p:cNvPr>
          <p:cNvSpPr>
            <a:spLocks xmlns:a="http://schemas.openxmlformats.org/drawingml/2006/main" noGrp="1"/>
          </p:cNvSpPr>
          <p:nvPr/>
        </p:nvSpPr>
        <p:spPr>
          <a:xfrm xmlns:a="http://schemas.openxmlformats.org/drawingml/2006/main">
            <a:off x="609600" y="476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DFC88E"/>
                </a:solidFill>
                <a:latin typeface="Arial"/>
                <a:ea typeface="Arial"/>
                <a:cs typeface="Arial"/>
              </a:defRPr>
            </a:defPPr>
          </a:lstStyle>
          <a:p xmlns:a="http://schemas.openxmlformats.org/drawingml/2006/main">
            <a:pPr algn="l">
              <a:defRPr sz="3600" b="1">
                <a:solidFill>
                  <a:srgbClr val="DFC88E"/>
                </a:solidFill>
                <a:latin typeface="Arial"/>
                <a:ea typeface="Arial"/>
                <a:cs typeface="Arial"/>
              </a:defRPr>
            </a:pPr>
            <a:r>
              <a:rPr sz="3600" b="1">
                <a:solidFill>
                  <a:srgbClr val="DFC88E"/>
                </a:solidFill>
                <a:latin typeface="Arial"/>
                <a:ea typeface="Arial"/>
                <a:cs typeface="Arial"/>
              </a:rPr>
              <a:t>Qué hace cada parte</a:t>
            </a:r>
          </a:p>
        </p:txBody>
      </p:sp>
      <p:sp>
        <p:nvSpPr>
          <p:cNvPr id="2" name="">
            <a:extLst xmlns:a="http://schemas.openxmlformats.org/drawingml/2006/main">
              <a:ext uri="{FF2B5EF4-FFF2-40B4-BE49-F238E27FC236}">
                <a16:creationId xmlns:a16="http://schemas.microsoft.com/office/drawing/2014/main" id="{3B575DD3-3EA6-48C2-8595-DFF17BF09371}"/>
              </a:ext>
            </a:extLst>
          </p:cNvPr>
          <p:cNvSpPr>
            <a:spLocks xmlns:a="http://schemas.openxmlformats.org/drawingml/2006/main" noGrp="1"/>
          </p:cNvSpPr>
          <p:nvPr/>
        </p:nvSpPr>
        <p:spPr>
          <a:xfrm xmlns:a="http://schemas.openxmlformats.org/drawingml/2006/main">
            <a:off x="609600" y="13239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DB7C9"/>
                </a:solidFill>
                <a:latin typeface="Arial"/>
                <a:ea typeface="Arial"/>
                <a:cs typeface="Arial"/>
              </a:defRPr>
            </a:defPPr>
          </a:lstStyle>
          <a:p xmlns:a="http://schemas.openxmlformats.org/drawingml/2006/main">
            <a:pPr algn="l">
              <a:defRPr sz="2100" b="0">
                <a:solidFill>
                  <a:srgbClr val="BDB7C9"/>
                </a:solidFill>
                <a:latin typeface="Arial"/>
                <a:ea typeface="Arial"/>
                <a:cs typeface="Arial"/>
              </a:defRPr>
            </a:pPr>
            <a:r>
              <a:rPr sz="2100" b="0">
                <a:solidFill>
                  <a:srgbClr val="BDB7C9"/>
                </a:solidFill>
                <a:latin typeface="Arial"/>
                <a:ea typeface="Arial"/>
                <a:cs typeface="Arial"/>
              </a:rPr>
              <a:t>Tres scripts de ejecución, con variables e instrucciones comentadas.</a:t>
            </a:r>
          </a:p>
        </p:txBody>
      </p:sp>
      <p:sp>
        <p:nvSpPr>
          <p:cNvPr id="3" name="">
            <a:extLst xmlns:a="http://schemas.openxmlformats.org/drawingml/2006/main">
              <a:ext uri="{FF2B5EF4-FFF2-40B4-BE49-F238E27FC236}">
                <a16:creationId xmlns:a16="http://schemas.microsoft.com/office/drawing/2014/main" id="{40FD6DF5-55D7-4602-8315-4955511334D0}"/>
              </a:ext>
            </a:extLst>
          </p:cNvPr>
          <p:cNvSpPr>
            <a:spLocks xmlns:a="http://schemas.openxmlformats.org/drawingml/2006/main" noGrp="1"/>
          </p:cNvSpPr>
          <p:nvPr/>
        </p:nvSpPr>
        <p:spPr>
          <a:xfrm xmlns:a="http://schemas.openxmlformats.org/drawingml/2006/main">
            <a:off x="609600" y="641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BDB7C9"/>
                </a:solidFill>
                <a:latin typeface="Arial"/>
                <a:ea typeface="Arial"/>
                <a:cs typeface="Arial"/>
              </a:defRPr>
            </a:defPPr>
          </a:lstStyle>
          <a:p xmlns:a="http://schemas.openxmlformats.org/drawingml/2006/main">
            <a:pPr algn="l">
              <a:defRPr sz="1350" b="0">
                <a:solidFill>
                  <a:srgbClr val="BDB7C9"/>
                </a:solidFill>
                <a:latin typeface="Arial"/>
                <a:ea typeface="Arial"/>
                <a:cs typeface="Arial"/>
              </a:defRPr>
            </a:pPr>
            <a:r>
              <a:rPr sz="1350" b="0">
                <a:solidFill>
                  <a:srgbClr val="BDB7C9"/>
                </a:solidFill>
                <a:latin typeface="Arial"/>
                <a:ea typeface="Arial"/>
                <a:cs typeface="Arial"/>
              </a:rPr>
              <a:t>CARTAL   INGENIERÍA DE SISTEMAS   UNIFRANZ</a:t>
            </a:r>
          </a:p>
        </p:txBody>
      </p:sp>
      <p:sp>
        <p:nvSpPr>
          <p:cNvPr id="4" name="">
            <a:extLst xmlns:a="http://schemas.openxmlformats.org/drawingml/2006/main">
              <a:ext uri="{FF2B5EF4-FFF2-40B4-BE49-F238E27FC236}">
                <a16:creationId xmlns:a16="http://schemas.microsoft.com/office/drawing/2014/main" id="{E944BE73-87B8-46B2-8FFD-C51063D8768D}"/>
              </a:ext>
            </a:extLst>
          </p:cNvPr>
          <p:cNvSpPr>
            <a:spLocks xmlns:a="http://schemas.openxmlformats.org/drawingml/2006/main" noGrp="1"/>
          </p:cNvSpPr>
          <p:nvPr/>
        </p:nvSpPr>
        <p:spPr>
          <a:xfrm xmlns:a="http://schemas.openxmlformats.org/drawingml/2006/main">
            <a:off x="11106150" y="64103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FC88E"/>
                </a:solidFill>
                <a:latin typeface="Arial"/>
                <a:ea typeface="Arial"/>
                <a:cs typeface="Arial"/>
              </a:defRPr>
            </a:defPPr>
          </a:lstStyle>
          <a:p xmlns:a="http://schemas.openxmlformats.org/drawingml/2006/main">
            <a:pPr algn="l">
              <a:defRPr sz="1350" b="0">
                <a:solidFill>
                  <a:srgbClr val="DFC88E"/>
                </a:solidFill>
                <a:latin typeface="Arial"/>
                <a:ea typeface="Arial"/>
                <a:cs typeface="Arial"/>
              </a:defRPr>
            </a:pPr>
            <a:r>
              <a:rPr sz="1350" b="0">
                <a:solidFill>
                  <a:srgbClr val="DFC88E"/>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707CC53-368C-4E7A-BB21-42E57EE6EF74}"/>
              </a:ext>
            </a:extLst>
          </p:cNvPr>
          <p:cNvSpPr>
            <a:spLocks xmlns:a="http://schemas.openxmlformats.org/drawingml/2006/main" noGrp="1"/>
          </p:cNvSpPr>
          <p:nvPr/>
        </p:nvSpPr>
        <p:spPr>
          <a:xfrm xmlns:a="http://schemas.openxmlformats.org/drawingml/2006/main">
            <a:off x="609600" y="227647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DFC88E"/>
                </a:solidFill>
                <a:latin typeface="Arial"/>
                <a:ea typeface="Arial"/>
                <a:cs typeface="Arial"/>
              </a:defRPr>
            </a:defPPr>
          </a:lstStyle>
          <a:p xmlns:a="http://schemas.openxmlformats.org/drawingml/2006/main">
            <a:pPr algn="l">
              <a:defRPr sz="2550" b="1">
                <a:solidFill>
                  <a:srgbClr val="DFC88E"/>
                </a:solidFill>
                <a:latin typeface="Arial"/>
                <a:ea typeface="Arial"/>
                <a:cs typeface="Arial"/>
              </a:defRPr>
            </a:pPr>
            <a:r>
              <a:rPr sz="2550" b="1">
                <a:solidFill>
                  <a:srgbClr val="DFC88E"/>
                </a:solidFill>
                <a:latin typeface="Arial"/>
                <a:ea typeface="Arial"/>
                <a:cs typeface="Arial"/>
              </a:rPr>
              <a:t>Toque en pantalla</a:t>
            </a:r>
          </a:p>
        </p:txBody>
      </p:sp>
      <p:sp>
        <p:nvSpPr>
          <p:cNvPr id="6" name="">
            <a:extLst xmlns:a="http://schemas.openxmlformats.org/drawingml/2006/main">
              <a:ext uri="{FF2B5EF4-FFF2-40B4-BE49-F238E27FC236}">
                <a16:creationId xmlns:a16="http://schemas.microsoft.com/office/drawing/2014/main" id="{00F1AFF0-EB96-451F-8A8A-2A387B4B6ED3}"/>
              </a:ext>
            </a:extLst>
          </p:cNvPr>
          <p:cNvSpPr>
            <a:spLocks xmlns:a="http://schemas.openxmlformats.org/drawingml/2006/main" noGrp="1"/>
          </p:cNvSpPr>
          <p:nvPr/>
        </p:nvSpPr>
        <p:spPr>
          <a:xfrm xmlns:a="http://schemas.openxmlformats.org/drawingml/2006/main">
            <a:off x="5334000" y="2276475"/>
            <a:ext cx="624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E9DA"/>
                </a:solidFill>
                <a:latin typeface="Arial"/>
                <a:ea typeface="Arial"/>
                <a:cs typeface="Arial"/>
              </a:defRPr>
            </a:defPPr>
          </a:lstStyle>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MostrarTableroAR lanza un rayo hacia la carta.</a:t>
            </a:r>
          </a:p>
        </p:txBody>
      </p:sp>
      <p:sp>
        <p:nvSpPr>
          <p:cNvPr id="7" name="">
            <a:extLst xmlns:a="http://schemas.openxmlformats.org/drawingml/2006/main">
              <a:ext uri="{FF2B5EF4-FFF2-40B4-BE49-F238E27FC236}">
                <a16:creationId xmlns:a16="http://schemas.microsoft.com/office/drawing/2014/main" id="{3D645BBD-C02E-4E4B-8632-B9CAE8B68A65}"/>
              </a:ext>
            </a:extLst>
          </p:cNvPr>
          <p:cNvSpPr>
            <a:spLocks xmlns:a="http://schemas.openxmlformats.org/drawingml/2006/main" noGrp="1"/>
          </p:cNvSpPr>
          <p:nvPr/>
        </p:nvSpPr>
        <p:spPr>
          <a:xfrm xmlns:a="http://schemas.openxmlformats.org/drawingml/2006/main">
            <a:off x="609600" y="3467100"/>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DFC88E"/>
                </a:solidFill>
                <a:latin typeface="Arial"/>
                <a:ea typeface="Arial"/>
                <a:cs typeface="Arial"/>
              </a:defRPr>
            </a:defPPr>
          </a:lstStyle>
          <a:p xmlns:a="http://schemas.openxmlformats.org/drawingml/2006/main">
            <a:pPr algn="l">
              <a:defRPr sz="2550" b="1">
                <a:solidFill>
                  <a:srgbClr val="DFC88E"/>
                </a:solidFill>
                <a:latin typeface="Arial"/>
                <a:ea typeface="Arial"/>
                <a:cs typeface="Arial"/>
              </a:defRPr>
            </a:pPr>
            <a:r>
              <a:rPr sz="2550" b="1">
                <a:solidFill>
                  <a:srgbClr val="DFC88E"/>
                </a:solidFill>
                <a:latin typeface="Arial"/>
                <a:ea typeface="Arial"/>
                <a:cs typeface="Arial"/>
              </a:rPr>
              <a:t>Dos identificadores</a:t>
            </a:r>
          </a:p>
        </p:txBody>
      </p:sp>
      <p:sp>
        <p:nvSpPr>
          <p:cNvPr id="8" name="">
            <a:extLst xmlns:a="http://schemas.openxmlformats.org/drawingml/2006/main">
              <a:ext uri="{FF2B5EF4-FFF2-40B4-BE49-F238E27FC236}">
                <a16:creationId xmlns:a16="http://schemas.microsoft.com/office/drawing/2014/main" id="{6F9302AE-C162-468B-A203-A6D306646B67}"/>
              </a:ext>
            </a:extLst>
          </p:cNvPr>
          <p:cNvSpPr>
            <a:spLocks xmlns:a="http://schemas.openxmlformats.org/drawingml/2006/main" noGrp="1"/>
          </p:cNvSpPr>
          <p:nvPr/>
        </p:nvSpPr>
        <p:spPr>
          <a:xfrm xmlns:a="http://schemas.openxmlformats.org/drawingml/2006/main">
            <a:off x="5334000" y="3467100"/>
            <a:ext cx="624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E9DA"/>
                </a:solidFill>
                <a:latin typeface="Arial"/>
                <a:ea typeface="Arial"/>
                <a:cs typeface="Arial"/>
              </a:defRPr>
            </a:defPPr>
          </a:lstStyle>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JuegoMemoria compara los números de pareja.</a:t>
            </a:r>
          </a:p>
        </p:txBody>
      </p:sp>
      <p:sp>
        <p:nvSpPr>
          <p:cNvPr id="9" name="">
            <a:extLst xmlns:a="http://schemas.openxmlformats.org/drawingml/2006/main">
              <a:ext uri="{FF2B5EF4-FFF2-40B4-BE49-F238E27FC236}">
                <a16:creationId xmlns:a16="http://schemas.microsoft.com/office/drawing/2014/main" id="{6E629444-E919-4EF8-A9C4-C2BF8488412B}"/>
              </a:ext>
            </a:extLst>
          </p:cNvPr>
          <p:cNvSpPr>
            <a:spLocks xmlns:a="http://schemas.openxmlformats.org/drawingml/2006/main" noGrp="1"/>
          </p:cNvSpPr>
          <p:nvPr/>
        </p:nvSpPr>
        <p:spPr>
          <a:xfrm xmlns:a="http://schemas.openxmlformats.org/drawingml/2006/main">
            <a:off x="609600" y="465772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DFC88E"/>
                </a:solidFill>
                <a:latin typeface="Arial"/>
                <a:ea typeface="Arial"/>
                <a:cs typeface="Arial"/>
              </a:defRPr>
            </a:defPPr>
          </a:lstStyle>
          <a:p xmlns:a="http://schemas.openxmlformats.org/drawingml/2006/main">
            <a:pPr algn="l">
              <a:defRPr sz="2550" b="1">
                <a:solidFill>
                  <a:srgbClr val="DFC88E"/>
                </a:solidFill>
                <a:latin typeface="Arial"/>
                <a:ea typeface="Arial"/>
                <a:cs typeface="Arial"/>
              </a:defRPr>
            </a:pPr>
            <a:r>
              <a:rPr sz="2550" b="1">
                <a:solidFill>
                  <a:srgbClr val="DFC88E"/>
                </a:solidFill>
                <a:latin typeface="Arial"/>
                <a:ea typeface="Arial"/>
                <a:cs typeface="Arial"/>
              </a:rPr>
              <a:t>Cuatro aciertos</a:t>
            </a:r>
          </a:p>
        </p:txBody>
      </p:sp>
      <p:sp>
        <p:nvSpPr>
          <p:cNvPr id="10" name="">
            <a:extLst xmlns:a="http://schemas.openxmlformats.org/drawingml/2006/main">
              <a:ext uri="{FF2B5EF4-FFF2-40B4-BE49-F238E27FC236}">
                <a16:creationId xmlns:a16="http://schemas.microsoft.com/office/drawing/2014/main" id="{0E205994-8E62-4671-B12C-4D761D3D4EFF}"/>
              </a:ext>
            </a:extLst>
          </p:cNvPr>
          <p:cNvSpPr>
            <a:spLocks xmlns:a="http://schemas.openxmlformats.org/drawingml/2006/main" noGrp="1"/>
          </p:cNvSpPr>
          <p:nvPr/>
        </p:nvSpPr>
        <p:spPr>
          <a:xfrm xmlns:a="http://schemas.openxmlformats.org/drawingml/2006/main">
            <a:off x="5334000" y="4657725"/>
            <a:ext cx="6248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F0E9DA"/>
                </a:solidFill>
                <a:latin typeface="Arial"/>
                <a:ea typeface="Arial"/>
                <a:cs typeface="Arial"/>
              </a:defRPr>
            </a:defPPr>
          </a:lstStyle>
          <a:p xmlns:a="http://schemas.openxmlformats.org/drawingml/2006/main">
            <a:pPr algn="l">
              <a:defRPr sz="2175" b="0">
                <a:solidFill>
                  <a:srgbClr val="F0E9DA"/>
                </a:solidFill>
                <a:latin typeface="Arial"/>
                <a:ea typeface="Arial"/>
                <a:cs typeface="Arial"/>
              </a:defRPr>
            </a:pPr>
            <a:r>
              <a:rPr sz="2175" b="0">
                <a:solidFill>
                  <a:srgbClr val="F0E9DA"/>
                </a:solidFill>
                <a:latin typeface="Arial"/>
                <a:ea typeface="Arial"/>
                <a:cs typeface="Arial"/>
              </a:rPr>
              <a:t>El tiempo se detiene, se revisa el récord y se abre la puerta.</a:t>
            </a:r>
          </a:p>
        </p:txBody>
      </p:sp>
    </p:spTree>
    <p:extLst>
      <p:ext uri="{BB962C8B-B14F-4D97-AF65-F5344CB8AC3E}">
        <p14:creationId xmlns:p14="http://schemas.microsoft.com/office/powerpoint/2010/main" val="1662451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2026-10-15T12:29:18.0050000Z</dcterms:created>
  <dcterms:modified xsi:type="dcterms:W3CDTF">2026-10-15T12:29:18.0050000Z</dcterms:modified>
</coreProperties>
</file>